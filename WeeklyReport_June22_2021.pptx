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2" r:id="rId5"/>
    <p:sldId id="257" r:id="rId6"/>
    <p:sldId id="264" r:id="rId7"/>
    <p:sldId id="258" r:id="rId8"/>
    <p:sldId id="261" r:id="rId9"/>
    <p:sldId id="259" r:id="rId10"/>
    <p:sldId id="263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1A3A-3CE2-4BF6-BD13-F4C598001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DA4F7-0BE2-4896-A655-001AEACCB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95567-F25E-4BBB-84A2-D7937122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7825-15F0-4115-81F3-F440675DB71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C3F66-0AED-431C-8A2E-E3FAF153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B7C02-356A-42CE-8F0B-D0A0A9E49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E414-B622-40FF-AD59-774D366B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9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AB4B6-B57A-4EFF-B1E6-DAE5ACA3C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40091-5A6C-4DD6-866B-1AC2EEC7D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C5EF3-DE3E-480F-AA4F-5A9C45AE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7825-15F0-4115-81F3-F440675DB71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483CE-20A6-4A15-AA3D-6B2272873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21F69-FF80-4E71-A494-111A2DC25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E414-B622-40FF-AD59-774D366B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75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2B2F-CBCB-4416-8F06-5CD7BABE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595B2-0709-409C-9E3F-3CA8CA32E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A9023-AB0A-4CD7-83DE-2859EADFE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7825-15F0-4115-81F3-F440675DB71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07458-4740-4FD7-81E1-1994D6E1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F4E2-12CC-425F-AAFE-F2FA6566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E414-B622-40FF-AD59-774D366B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61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2FF1-0EB3-446C-A605-D761FE84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6760D-12AB-4380-88BA-F20B97866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C62F5-28AD-465B-8A2D-B63CADAF9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783F9-867B-43C0-849F-22D8364D3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7825-15F0-4115-81F3-F440675DB71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B1F6B-79E3-4E4F-ACA3-03C46E19E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2B95B-1F93-42FC-B779-FA3C9E34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E414-B622-40FF-AD59-774D366B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3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AAC0-5786-4C58-A407-CE5C24DAB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E1F14-EC28-4E2B-AD04-B3A009797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00D25-3949-4D3C-B87E-D3B0FE264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8C9AE-FFB0-4134-934C-2FFD33E75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65617-5110-40B7-BE71-DB48E1FBA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EBE0D-0C30-412F-B465-35CE839C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7825-15F0-4115-81F3-F440675DB71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87867C-3E2F-4BE3-ADDD-834082D40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D2C5FF-3795-4A56-9D31-F0AD908AC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E414-B622-40FF-AD59-774D366B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3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40EA-E05A-44A6-A383-145DFA26A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F50C0C-E404-4FF2-9C75-84C0477D3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7825-15F0-4115-81F3-F440675DB71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A4118-B82B-436F-941F-3CCEB3C6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0FBD8-ED56-4723-BE21-196CC702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E414-B622-40FF-AD59-774D366B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0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124DB1-A799-47AB-BFC5-C41F4D60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7825-15F0-4115-81F3-F440675DB71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B5072-07AD-4555-85DC-D5190800B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2A21E-38A8-4350-82A4-D36EBAF6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E414-B622-40FF-AD59-774D366B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0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3FC3D-18F8-4727-8C15-B49C6DDC5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4096F-53FA-4BEE-803E-03538D2A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60BAD-9828-4DBD-97D1-930D00094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8E030-DFCC-499C-89A5-6B28D2270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7825-15F0-4115-81F3-F440675DB71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BD4A9-7A11-4DEA-8F97-09FA39CB1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2B693-7CC8-414F-B46C-65AE0C2A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E414-B622-40FF-AD59-774D366B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7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129D-AA56-4735-A592-1ABA66F87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2DD889-33BE-48AF-A51C-930109580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8FDA9-912D-4B69-AEFF-7C5BACEBA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B88E1-DEA6-44F3-B82A-999B287EC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7825-15F0-4115-81F3-F440675DB71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35F78-F3FD-4AA6-AA0F-46564579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8CF86-4C63-4BD7-8314-A9E7B667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E414-B622-40FF-AD59-774D366B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91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B5B4-4BDB-4D6A-857F-33FCD8D5D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706DF-86AA-4F97-9C91-0E2B806F9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253EB-FD09-4A9A-8EE7-EFD9D441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7825-15F0-4115-81F3-F440675DB71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5934E-6DF1-4708-8AC9-D9C5B472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83429-C81B-4024-9B0C-60BBBEF3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E414-B622-40FF-AD59-774D366B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4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39D73F-7759-439E-BD9A-EA99EEB18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0B194-AF00-465E-B47C-D8D7B3EFA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4250F-86DD-4777-A817-740E8327C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A7825-15F0-4115-81F3-F440675DB71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BD4CA-A74F-4CCC-AB2B-A440EAA5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9AF8A-FACB-4978-B692-6BB1FD12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FE414-B622-40FF-AD59-774D366B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24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CBF95-4912-4E4A-BE38-2850F0E74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9EF1B-73BF-443B-8D36-06CC740E5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A9964-9062-42FF-9FD0-EFC2C6428D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A7825-15F0-4115-81F3-F440675DB71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AF8ED-7981-4786-9E14-B2ED3D295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BBDEA-6199-4665-8A19-91DEED4B4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FE414-B622-40FF-AD59-774D366BF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73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Ahuti Shrestha</a:t>
            </a:r>
          </a:p>
          <a:p>
            <a:r>
              <a:rPr lang="en-US" b="1" dirty="0"/>
              <a:t>June 22, 2021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C4FA5-4A4A-43A9-ADEE-426C104B1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892629"/>
            <a:ext cx="10515600" cy="18070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800" dirty="0"/>
              <a:t>Expert labels used during classification</a:t>
            </a:r>
          </a:p>
          <a:p>
            <a:r>
              <a:rPr lang="en-US" dirty="0"/>
              <a:t>I have used classes based on following </a:t>
            </a:r>
            <a:r>
              <a:rPr lang="en-US" dirty="0" err="1"/>
              <a:t>pagerank</a:t>
            </a:r>
            <a:r>
              <a:rPr lang="en-US" dirty="0"/>
              <a:t>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F8752-D4C3-4DEA-9C31-8E7A0B2C78B7}"/>
              </a:ext>
            </a:extLst>
          </p:cNvPr>
          <p:cNvSpPr txBox="1"/>
          <p:nvPr/>
        </p:nvSpPr>
        <p:spPr>
          <a:xfrm>
            <a:off x="729343" y="2699657"/>
            <a:ext cx="4299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classes:</a:t>
            </a:r>
          </a:p>
          <a:p>
            <a:r>
              <a:rPr lang="en-US" dirty="0"/>
              <a:t>if </a:t>
            </a:r>
            <a:r>
              <a:rPr lang="en-US" dirty="0" err="1"/>
              <a:t>pagerank</a:t>
            </a:r>
            <a:r>
              <a:rPr lang="en-US" dirty="0"/>
              <a:t> &lt; 0.000011:</a:t>
            </a:r>
          </a:p>
          <a:p>
            <a:r>
              <a:rPr lang="en-US" dirty="0"/>
              <a:t>        label = 0</a:t>
            </a:r>
          </a:p>
          <a:p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pagerank</a:t>
            </a:r>
            <a:r>
              <a:rPr lang="en-US" dirty="0"/>
              <a:t> &gt;= 0.000011 and &lt; 0.002506:</a:t>
            </a:r>
          </a:p>
          <a:p>
            <a:r>
              <a:rPr lang="en-US" dirty="0"/>
              <a:t>        label = 1</a:t>
            </a:r>
          </a:p>
          <a:p>
            <a:r>
              <a:rPr lang="en-US" dirty="0"/>
              <a:t> else:</a:t>
            </a:r>
          </a:p>
          <a:p>
            <a:r>
              <a:rPr lang="en-US" dirty="0"/>
              <a:t>        label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A506C1-CEB2-4996-8375-CA6A8F6AA766}"/>
              </a:ext>
            </a:extLst>
          </p:cNvPr>
          <p:cNvSpPr txBox="1"/>
          <p:nvPr/>
        </p:nvSpPr>
        <p:spPr>
          <a:xfrm>
            <a:off x="5910943" y="2699657"/>
            <a:ext cx="42998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classes:</a:t>
            </a:r>
          </a:p>
          <a:p>
            <a:r>
              <a:rPr lang="en-US" dirty="0"/>
              <a:t> if </a:t>
            </a:r>
            <a:r>
              <a:rPr lang="en-US" dirty="0" err="1"/>
              <a:t>pagerank</a:t>
            </a:r>
            <a:r>
              <a:rPr lang="en-US" dirty="0"/>
              <a:t> &lt; 0.000011:</a:t>
            </a:r>
          </a:p>
          <a:p>
            <a:r>
              <a:rPr lang="en-US" dirty="0"/>
              <a:t>        label = 0</a:t>
            </a:r>
          </a:p>
          <a:p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pagerank</a:t>
            </a:r>
            <a:r>
              <a:rPr lang="en-US" dirty="0"/>
              <a:t> &gt;= 0.000011 and &lt; 0.001258:</a:t>
            </a:r>
          </a:p>
          <a:p>
            <a:r>
              <a:rPr lang="en-US" dirty="0"/>
              <a:t>        label = 1</a:t>
            </a:r>
          </a:p>
          <a:p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pagerank</a:t>
            </a:r>
            <a:r>
              <a:rPr lang="en-US" dirty="0"/>
              <a:t> &gt;= 0.001258 and &lt; 0.002506:</a:t>
            </a:r>
          </a:p>
          <a:p>
            <a:r>
              <a:rPr lang="en-US" dirty="0"/>
              <a:t>        label = 2</a:t>
            </a:r>
          </a:p>
          <a:p>
            <a:r>
              <a:rPr lang="en-US" dirty="0"/>
              <a:t> </a:t>
            </a: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dirty="0" err="1"/>
              <a:t>pagerank</a:t>
            </a:r>
            <a:r>
              <a:rPr lang="en-US" dirty="0"/>
              <a:t> &gt;= 0.002506 and &lt; 0.003753:</a:t>
            </a:r>
          </a:p>
          <a:p>
            <a:r>
              <a:rPr lang="en-US" dirty="0"/>
              <a:t>        label = 3</a:t>
            </a:r>
          </a:p>
          <a:p>
            <a:r>
              <a:rPr lang="en-US" dirty="0"/>
              <a:t> else:</a:t>
            </a:r>
          </a:p>
          <a:p>
            <a:r>
              <a:rPr lang="en-US" dirty="0"/>
              <a:t>        label = 4</a:t>
            </a:r>
          </a:p>
        </p:txBody>
      </p:sp>
    </p:spTree>
    <p:extLst>
      <p:ext uri="{BB962C8B-B14F-4D97-AF65-F5344CB8AC3E}">
        <p14:creationId xmlns:p14="http://schemas.microsoft.com/office/powerpoint/2010/main" val="2432454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CCD53-89DE-4ED8-8A0F-E73F5E84509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34143" y="1233606"/>
            <a:ext cx="399505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7 classes: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if </a:t>
            </a:r>
            <a:r>
              <a:rPr lang="en-US" sz="1600" dirty="0" err="1"/>
              <a:t>pagerank</a:t>
            </a:r>
            <a:r>
              <a:rPr lang="en-US" sz="1600" dirty="0"/>
              <a:t> &lt; 0.000011: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       label = 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</a:t>
            </a:r>
            <a:r>
              <a:rPr lang="en-US" sz="1600" dirty="0" err="1"/>
              <a:t>elif</a:t>
            </a:r>
            <a:r>
              <a:rPr lang="en-US" sz="1600" dirty="0"/>
              <a:t> df2[1][</a:t>
            </a:r>
            <a:r>
              <a:rPr lang="en-US" sz="1600" dirty="0" err="1"/>
              <a:t>i</a:t>
            </a:r>
            <a:r>
              <a:rPr lang="en-US" sz="1600" dirty="0"/>
              <a:t>]&gt;= 0.000011 and &lt; 0.0008423: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       label =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pagerank</a:t>
            </a:r>
            <a:r>
              <a:rPr lang="en-US" sz="1600" dirty="0"/>
              <a:t> &gt;= 0.0008423 and &lt; 0.001674: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       label =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pagerank</a:t>
            </a:r>
            <a:r>
              <a:rPr lang="en-US" sz="1600" dirty="0"/>
              <a:t> &gt;= 0.001674 and &lt; 0.002506: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       label =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pagerank</a:t>
            </a:r>
            <a:r>
              <a:rPr lang="en-US" sz="1600" dirty="0"/>
              <a:t> &gt;= 0.002506 and &lt; 0.003337: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       label = 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pagerank</a:t>
            </a:r>
            <a:r>
              <a:rPr lang="en-US" sz="1600" dirty="0"/>
              <a:t> &gt;= 0.003337 and &lt; 0.004169: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       label = 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else: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/>
              <a:t>        label = 6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9417106-C249-4A46-8C3D-2F432AE7390E}"/>
              </a:ext>
            </a:extLst>
          </p:cNvPr>
          <p:cNvSpPr txBox="1">
            <a:spLocks/>
          </p:cNvSpPr>
          <p:nvPr/>
        </p:nvSpPr>
        <p:spPr>
          <a:xfrm>
            <a:off x="5780314" y="1233606"/>
            <a:ext cx="6411686" cy="526297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10 classes: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if </a:t>
            </a:r>
            <a:r>
              <a:rPr lang="en-US" sz="1600" dirty="0" err="1"/>
              <a:t>pagerank</a:t>
            </a:r>
            <a:r>
              <a:rPr lang="en-US" sz="1600" dirty="0"/>
              <a:t> &lt; 0.000011: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    label = 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pagerank</a:t>
            </a:r>
            <a:r>
              <a:rPr lang="en-US" sz="1600" dirty="0"/>
              <a:t> &gt;= 0.000011 and &lt; 0.000565: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    label =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pagerank</a:t>
            </a:r>
            <a:r>
              <a:rPr lang="en-US" sz="1600" dirty="0"/>
              <a:t> &gt;= 0.000565 and &lt; 0.00112: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    label =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pagerank</a:t>
            </a:r>
            <a:r>
              <a:rPr lang="en-US" sz="1600" dirty="0"/>
              <a:t> &gt;= 0.00112 and &lt; 0.001674: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    label =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pagerank</a:t>
            </a:r>
            <a:r>
              <a:rPr lang="en-US" sz="1600" dirty="0"/>
              <a:t> &gt;= 0.001674 and &lt; 0.002228: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    label = 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pagerank</a:t>
            </a:r>
            <a:r>
              <a:rPr lang="en-US" sz="1600" dirty="0"/>
              <a:t> &gt;= 0.002228 and &lt; 0.002783: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    label = 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pagerank</a:t>
            </a:r>
            <a:r>
              <a:rPr lang="en-US" sz="1600" dirty="0"/>
              <a:t> &gt;= 0.002783 and &lt; 0.003337: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    label = 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pagerank</a:t>
            </a:r>
            <a:r>
              <a:rPr lang="en-US" sz="1600" dirty="0"/>
              <a:t> &gt;= 0.003337 and &lt; 0.003891: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    label = 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</a:t>
            </a:r>
            <a:r>
              <a:rPr lang="en-US" sz="1600" dirty="0" err="1"/>
              <a:t>elif</a:t>
            </a:r>
            <a:r>
              <a:rPr lang="en-US" sz="1600" dirty="0"/>
              <a:t> </a:t>
            </a:r>
            <a:r>
              <a:rPr lang="en-US" sz="1600" dirty="0" err="1"/>
              <a:t>pagerank</a:t>
            </a:r>
            <a:r>
              <a:rPr lang="en-US" sz="1600" dirty="0"/>
              <a:t> &gt;= 0.003891 and &lt; 0.004446: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    label = 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else: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dirty="0"/>
              <a:t>        label =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FD21A-703A-4D17-A3E2-D5F1A0D20049}"/>
              </a:ext>
            </a:extLst>
          </p:cNvPr>
          <p:cNvSpPr txBox="1"/>
          <p:nvPr/>
        </p:nvSpPr>
        <p:spPr>
          <a:xfrm>
            <a:off x="54429" y="50192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(In this report, I have re-classified for 7 number of expert labels based on the following classes)</a:t>
            </a:r>
          </a:p>
        </p:txBody>
      </p:sp>
    </p:spTree>
    <p:extLst>
      <p:ext uri="{BB962C8B-B14F-4D97-AF65-F5344CB8AC3E}">
        <p14:creationId xmlns:p14="http://schemas.microsoft.com/office/powerpoint/2010/main" val="2519381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A210-51A0-46A5-920E-04CF6CD37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EDC25-383F-4A49-A48F-C57539812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Classification Report</a:t>
            </a:r>
          </a:p>
          <a:p>
            <a:r>
              <a:rPr lang="en-US" dirty="0"/>
              <a:t>              		precision   	 recall  	f1-score   	support</a:t>
            </a:r>
          </a:p>
          <a:p>
            <a:endParaRPr lang="en-US" dirty="0"/>
          </a:p>
          <a:p>
            <a:r>
              <a:rPr lang="en-US" dirty="0"/>
              <a:t>           0       		1.00      	0.99      	1.00     	12636</a:t>
            </a:r>
          </a:p>
          <a:p>
            <a:r>
              <a:rPr lang="en-US" dirty="0"/>
              <a:t>           1       		0.98      	1.00      	0.99      	5621</a:t>
            </a:r>
          </a:p>
          <a:p>
            <a:r>
              <a:rPr lang="en-US" dirty="0"/>
              <a:t>           2       		0.00     	0.00      	0.00         	4</a:t>
            </a:r>
          </a:p>
          <a:p>
            <a:endParaRPr lang="en-US" dirty="0"/>
          </a:p>
          <a:p>
            <a:r>
              <a:rPr lang="en-US" dirty="0"/>
              <a:t>    accuracy                           			1.00     	18261</a:t>
            </a:r>
          </a:p>
          <a:p>
            <a:r>
              <a:rPr lang="en-US" dirty="0"/>
              <a:t>   macro avg       	0.66      	0.66      	0.66     	18261</a:t>
            </a:r>
          </a:p>
          <a:p>
            <a:r>
              <a:rPr lang="en-US" dirty="0"/>
              <a:t>weighted avg       	1.00      	1.00      	1.00     	18261</a:t>
            </a:r>
          </a:p>
        </p:txBody>
      </p:sp>
    </p:spTree>
    <p:extLst>
      <p:ext uri="{BB962C8B-B14F-4D97-AF65-F5344CB8AC3E}">
        <p14:creationId xmlns:p14="http://schemas.microsoft.com/office/powerpoint/2010/main" val="2128634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71CB3-D1C5-4952-A9DC-107FFDF6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B72E1-F05B-486C-AF1D-FC855BFED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Classification Report</a:t>
            </a:r>
          </a:p>
          <a:p>
            <a:r>
              <a:rPr lang="en-US" dirty="0"/>
              <a:t>                   precision    recall  	f1-score   support</a:t>
            </a:r>
          </a:p>
          <a:p>
            <a:endParaRPr lang="en-US" dirty="0"/>
          </a:p>
          <a:p>
            <a:r>
              <a:rPr lang="en-US" dirty="0"/>
              <a:t>           0       	1.00      0.99      	1.00     	12636</a:t>
            </a:r>
          </a:p>
          <a:p>
            <a:r>
              <a:rPr lang="en-US" dirty="0"/>
              <a:t>           1       	0.99      1.00      	0.99      	5617</a:t>
            </a:r>
          </a:p>
          <a:p>
            <a:r>
              <a:rPr lang="en-US" dirty="0"/>
              <a:t>           2       	0.40      0.50      	0.44         4</a:t>
            </a:r>
          </a:p>
          <a:p>
            <a:r>
              <a:rPr lang="en-US" dirty="0"/>
              <a:t>           3       	1.00      0.33      	0.50         3</a:t>
            </a:r>
          </a:p>
          <a:p>
            <a:r>
              <a:rPr lang="en-US" dirty="0"/>
              <a:t>           4       	0.00      0.00      	0.00         1</a:t>
            </a:r>
          </a:p>
          <a:p>
            <a:endParaRPr lang="en-US" dirty="0"/>
          </a:p>
          <a:p>
            <a:r>
              <a:rPr lang="en-US" dirty="0"/>
              <a:t>    accuracy                           	1.00     18261</a:t>
            </a:r>
          </a:p>
          <a:p>
            <a:r>
              <a:rPr lang="en-US" dirty="0"/>
              <a:t>   macro avg	0.68     	0.57      0.59     18261</a:t>
            </a:r>
          </a:p>
          <a:p>
            <a:r>
              <a:rPr lang="en-US" dirty="0"/>
              <a:t>weighted avg  1.00      1.00      1.00     18261</a:t>
            </a:r>
          </a:p>
        </p:txBody>
      </p:sp>
    </p:spTree>
    <p:extLst>
      <p:ext uri="{BB962C8B-B14F-4D97-AF65-F5344CB8AC3E}">
        <p14:creationId xmlns:p14="http://schemas.microsoft.com/office/powerpoint/2010/main" val="267691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E84CF-051D-486E-9948-290C804C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BF584-33AF-4E60-A21A-F814AC622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Classification Report</a:t>
            </a:r>
          </a:p>
          <a:p>
            <a:r>
              <a:rPr lang="en-US" dirty="0"/>
              <a:t>          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	1.00      0.99      1.00     12636</a:t>
            </a:r>
          </a:p>
          <a:p>
            <a:r>
              <a:rPr lang="en-US" dirty="0"/>
              <a:t>           1       	0.98      1.00      0.99      5612</a:t>
            </a:r>
          </a:p>
          <a:p>
            <a:r>
              <a:rPr lang="en-US" dirty="0"/>
              <a:t>           2       	0.60      0.43      0.50         7</a:t>
            </a:r>
          </a:p>
          <a:p>
            <a:r>
              <a:rPr lang="en-US" dirty="0"/>
              <a:t>           3       	0.50      0.50      0.50         2</a:t>
            </a:r>
          </a:p>
          <a:p>
            <a:r>
              <a:rPr lang="en-US" dirty="0"/>
              <a:t>           4       	1.00      0.33      0.50         3</a:t>
            </a:r>
          </a:p>
          <a:p>
            <a:r>
              <a:rPr lang="en-US" dirty="0"/>
              <a:t>           5       	0.00      0.00      0.00         1</a:t>
            </a:r>
          </a:p>
          <a:p>
            <a:endParaRPr lang="en-US" dirty="0"/>
          </a:p>
          <a:p>
            <a:r>
              <a:rPr lang="en-US" dirty="0"/>
              <a:t>    accuracy                           	          0.99     18261</a:t>
            </a:r>
          </a:p>
          <a:p>
            <a:r>
              <a:rPr lang="en-US" dirty="0"/>
              <a:t>   macro avg       	0.68      0.54      0.58     18261</a:t>
            </a:r>
          </a:p>
          <a:p>
            <a:r>
              <a:rPr lang="en-US" dirty="0"/>
              <a:t>weighted avg       0.99      0.99      0.99     18261</a:t>
            </a:r>
          </a:p>
        </p:txBody>
      </p:sp>
    </p:spTree>
    <p:extLst>
      <p:ext uri="{BB962C8B-B14F-4D97-AF65-F5344CB8AC3E}">
        <p14:creationId xmlns:p14="http://schemas.microsoft.com/office/powerpoint/2010/main" val="2346747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425CA-F47B-4866-8E03-EF675FCC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520BF-577C-4F51-89AF-408A0548C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/>
              <a:t>Classification Report</a:t>
            </a:r>
          </a:p>
          <a:p>
            <a:r>
              <a:rPr lang="en-US" sz="1800" dirty="0"/>
              <a:t>              	precision  recall  f1-score   support</a:t>
            </a:r>
          </a:p>
          <a:p>
            <a:r>
              <a:rPr lang="en-US" sz="1800" dirty="0"/>
              <a:t>           0       	1.00      	0.99      1.00     12636</a:t>
            </a:r>
          </a:p>
          <a:p>
            <a:r>
              <a:rPr lang="en-US" sz="1800" dirty="0"/>
              <a:t>           1       	0.99      	1.00      0.99      5600</a:t>
            </a:r>
          </a:p>
          <a:p>
            <a:r>
              <a:rPr lang="en-US" sz="1800" dirty="0"/>
              <a:t>           2       	0.71      	0.80      0.75        15</a:t>
            </a:r>
          </a:p>
          <a:p>
            <a:r>
              <a:rPr lang="en-US" sz="1800" dirty="0"/>
              <a:t>           3      	 0.33      	0.25      0.29         4</a:t>
            </a:r>
          </a:p>
          <a:p>
            <a:r>
              <a:rPr lang="en-US" sz="1800" dirty="0"/>
              <a:t>           4      	0.50      	0.50      0.50         2</a:t>
            </a:r>
          </a:p>
          <a:p>
            <a:r>
              <a:rPr lang="en-US" sz="1800" dirty="0"/>
              <a:t>           6       	1.00      	0.33      0.50         3</a:t>
            </a:r>
          </a:p>
          <a:p>
            <a:r>
              <a:rPr lang="en-US" sz="1800" dirty="0"/>
              <a:t>           8       	0.00      	0.00      0.00         1</a:t>
            </a:r>
          </a:p>
          <a:p>
            <a:endParaRPr lang="en-US" sz="1800" dirty="0"/>
          </a:p>
          <a:p>
            <a:r>
              <a:rPr lang="en-US" sz="1800" dirty="0"/>
              <a:t>    accuracy                                          0.99     18261</a:t>
            </a:r>
          </a:p>
          <a:p>
            <a:r>
              <a:rPr lang="en-US" sz="1800" dirty="0"/>
              <a:t>   macro avg       	0.65      0.55      0.57     18261</a:t>
            </a:r>
          </a:p>
          <a:p>
            <a:r>
              <a:rPr lang="en-US" sz="1800" dirty="0"/>
              <a:t>weighted avg       	0.99      0.99      0.99     18261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75466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DBE1B-0FA3-4294-9606-CAB9658CD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98BCC-DB8B-4D32-AB33-550981172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/>
              <a:t>Classifiction</a:t>
            </a:r>
            <a:r>
              <a:rPr lang="en-US" b="1" dirty="0"/>
              <a:t> Report :</a:t>
            </a:r>
          </a:p>
          <a:p>
            <a:r>
              <a:rPr lang="en-US" dirty="0"/>
              <a:t>              		precision    	recall  	f1-score   support</a:t>
            </a:r>
          </a:p>
          <a:p>
            <a:endParaRPr lang="en-US" dirty="0"/>
          </a:p>
          <a:p>
            <a:r>
              <a:rPr lang="en-US" dirty="0"/>
              <a:t>           0       		0.99      	0.99    	0.99      9615</a:t>
            </a:r>
          </a:p>
          <a:p>
            <a:r>
              <a:rPr lang="en-US" dirty="0"/>
              <a:t>           1       		0.98      	0.99   	0.98      4216</a:t>
            </a:r>
          </a:p>
          <a:p>
            <a:r>
              <a:rPr lang="en-US" dirty="0"/>
              <a:t>           2       		1.00      	0.67   	0.80         3</a:t>
            </a:r>
          </a:p>
          <a:p>
            <a:endParaRPr lang="en-US" dirty="0"/>
          </a:p>
          <a:p>
            <a:r>
              <a:rPr lang="en-US" dirty="0"/>
              <a:t>    accuracy                           		0.99     13834</a:t>
            </a:r>
          </a:p>
          <a:p>
            <a:r>
              <a:rPr lang="en-US" dirty="0"/>
              <a:t>   macro avg       	0.99      	0.88     0.93     13834</a:t>
            </a:r>
          </a:p>
          <a:p>
            <a:r>
              <a:rPr lang="en-US" dirty="0"/>
              <a:t>weighted avg       	0.99      	0.99     0.99     13834</a:t>
            </a:r>
          </a:p>
        </p:txBody>
      </p:sp>
    </p:spTree>
    <p:extLst>
      <p:ext uri="{BB962C8B-B14F-4D97-AF65-F5344CB8AC3E}">
        <p14:creationId xmlns:p14="http://schemas.microsoft.com/office/powerpoint/2010/main" val="369477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7C19E-9486-41FF-B9DA-A97AE2971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F1406-BE2B-4936-AD02-31A716AF3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Classification Report : </a:t>
            </a:r>
          </a:p>
          <a:p>
            <a:pPr lvl="1" indent="-685800"/>
            <a:r>
              <a:rPr lang="en-US" sz="2800" dirty="0"/>
              <a:t> 		precision    	recall  	f1-score   support</a:t>
            </a:r>
          </a:p>
          <a:p>
            <a:r>
              <a:rPr lang="en-US" dirty="0"/>
              <a:t>           0       	0.99      	0.99      0.99      9615</a:t>
            </a:r>
          </a:p>
          <a:p>
            <a:r>
              <a:rPr lang="en-US" dirty="0"/>
              <a:t>           1       	0.98      	0.99      0.98      4210</a:t>
            </a:r>
          </a:p>
          <a:p>
            <a:r>
              <a:rPr lang="en-US" dirty="0"/>
              <a:t>           2       	0.80      	0.67      0.73         6</a:t>
            </a:r>
          </a:p>
          <a:p>
            <a:r>
              <a:rPr lang="en-US" dirty="0"/>
              <a:t>           3       	0.50      	1.00      0.67         1</a:t>
            </a:r>
          </a:p>
          <a:p>
            <a:r>
              <a:rPr lang="en-US" dirty="0"/>
              <a:t>           4       	0.00      	0.00      0.00         2</a:t>
            </a:r>
          </a:p>
          <a:p>
            <a:endParaRPr lang="en-US" dirty="0"/>
          </a:p>
          <a:p>
            <a:r>
              <a:rPr lang="en-US" dirty="0"/>
              <a:t>accuracy                           		0.99     13834</a:t>
            </a:r>
          </a:p>
          <a:p>
            <a:r>
              <a:rPr lang="en-US" dirty="0"/>
              <a:t>macro avg       0.66      	0.73      0.67     13834</a:t>
            </a:r>
          </a:p>
          <a:p>
            <a:r>
              <a:rPr lang="en-US" dirty="0"/>
              <a:t>weighted avg  0.99      	0.99      0.99     13834</a:t>
            </a:r>
          </a:p>
        </p:txBody>
      </p:sp>
    </p:spTree>
    <p:extLst>
      <p:ext uri="{BB962C8B-B14F-4D97-AF65-F5344CB8AC3E}">
        <p14:creationId xmlns:p14="http://schemas.microsoft.com/office/powerpoint/2010/main" val="838277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6B44-A1F1-4C91-9FBC-30F2C86D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7BF0B-8117-4100-9F58-5A1D7A3BD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Classification Report : </a:t>
            </a:r>
          </a:p>
          <a:p>
            <a:pPr lvl="3" indent="-1600200"/>
            <a:r>
              <a:rPr lang="en-US" sz="2900" dirty="0"/>
              <a:t>precision    recall  f1-score   support</a:t>
            </a:r>
          </a:p>
          <a:p>
            <a:r>
              <a:rPr lang="en-US" dirty="0"/>
              <a:t>           0       	0.99      	0.99      0.99      9615</a:t>
            </a:r>
          </a:p>
          <a:p>
            <a:r>
              <a:rPr lang="en-US" dirty="0"/>
              <a:t>           1       	0.98      	0.99      0.98      4208</a:t>
            </a:r>
          </a:p>
          <a:p>
            <a:r>
              <a:rPr lang="en-US" dirty="0"/>
              <a:t>           2       	0.80      	0.57      0.67         7</a:t>
            </a:r>
          </a:p>
          <a:p>
            <a:r>
              <a:rPr lang="en-US" dirty="0"/>
              <a:t>           3       	0.33      	1.00      0.50         1</a:t>
            </a:r>
          </a:p>
          <a:p>
            <a:r>
              <a:rPr lang="en-US" dirty="0"/>
              <a:t>           4       	0.50      	1.00      0.67         1</a:t>
            </a:r>
          </a:p>
          <a:p>
            <a:r>
              <a:rPr lang="en-US" dirty="0"/>
              <a:t>           5       	0.00      	0.00      0.00         1</a:t>
            </a:r>
          </a:p>
          <a:p>
            <a:r>
              <a:rPr lang="en-US" dirty="0"/>
              <a:t>           6       	0.00      	0.00      0.00         1</a:t>
            </a:r>
          </a:p>
          <a:p>
            <a:endParaRPr lang="en-US" dirty="0"/>
          </a:p>
          <a:p>
            <a:r>
              <a:rPr lang="en-US" dirty="0"/>
              <a:t>    accuracy                           	0.99     13834</a:t>
            </a:r>
          </a:p>
          <a:p>
            <a:r>
              <a:rPr lang="en-US" dirty="0"/>
              <a:t>   macro avg     0.52      	0.65      0.54     13834</a:t>
            </a:r>
          </a:p>
          <a:p>
            <a:r>
              <a:rPr lang="en-US" dirty="0"/>
              <a:t>weighted avg   0.99      	0.99      0.99     13834</a:t>
            </a:r>
          </a:p>
        </p:txBody>
      </p:sp>
    </p:spTree>
    <p:extLst>
      <p:ext uri="{BB962C8B-B14F-4D97-AF65-F5344CB8AC3E}">
        <p14:creationId xmlns:p14="http://schemas.microsoft.com/office/powerpoint/2010/main" val="1357734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EE3B-6CCF-4C6F-A2AD-91F0E301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2D85E-B050-4620-8EB6-4BF6C38D0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600" dirty="0"/>
              <a:t>  </a:t>
            </a:r>
            <a:r>
              <a:rPr lang="en-US" sz="1600" b="1" dirty="0"/>
              <a:t>Classification Report : </a:t>
            </a:r>
          </a:p>
          <a:p>
            <a:pPr marL="0" lvl="2" indent="0">
              <a:buNone/>
            </a:pPr>
            <a:r>
              <a:rPr lang="en-US" sz="1800" dirty="0"/>
              <a:t>	precision    recall  	f1-score   support</a:t>
            </a:r>
          </a:p>
          <a:p>
            <a:r>
              <a:rPr lang="en-US" sz="1600" dirty="0"/>
              <a:t>           0       0.99      	0.99      	0.99      	9615</a:t>
            </a:r>
          </a:p>
          <a:p>
            <a:r>
              <a:rPr lang="en-US" sz="1600" dirty="0"/>
              <a:t>           1       0.98      	0.99      	0.98      	4199</a:t>
            </a:r>
          </a:p>
          <a:p>
            <a:r>
              <a:rPr lang="en-US" sz="1600" dirty="0"/>
              <a:t>           2       0.50      	0.44      	0.47         	9</a:t>
            </a:r>
          </a:p>
          <a:p>
            <a:r>
              <a:rPr lang="en-US" sz="1600" dirty="0"/>
              <a:t>           3       1.00      	0.29      	0.44         	7</a:t>
            </a:r>
          </a:p>
          <a:p>
            <a:r>
              <a:rPr lang="en-US" sz="1600" dirty="0"/>
              <a:t>           4       0.33      	1.00      	0.50         	1</a:t>
            </a:r>
          </a:p>
          <a:p>
            <a:r>
              <a:rPr lang="en-US" sz="1600" dirty="0"/>
              <a:t>           6       0.50      	1.00      	0.67         	1</a:t>
            </a:r>
          </a:p>
          <a:p>
            <a:r>
              <a:rPr lang="en-US" sz="1600" dirty="0"/>
              <a:t>           8       0.00      	0.00      	0.00         	1</a:t>
            </a:r>
          </a:p>
          <a:p>
            <a:r>
              <a:rPr lang="en-US" sz="1600" dirty="0"/>
              <a:t>           9       0.00      	0.00      	0.00         	1</a:t>
            </a:r>
          </a:p>
          <a:p>
            <a:endParaRPr lang="en-US" sz="1600" dirty="0"/>
          </a:p>
          <a:p>
            <a:r>
              <a:rPr lang="en-US" sz="1600" dirty="0"/>
              <a:t>accuracy                           	0.99     13834</a:t>
            </a:r>
          </a:p>
          <a:p>
            <a:r>
              <a:rPr lang="en-US" sz="1600" dirty="0"/>
              <a:t>macro avg       0.54    	0.59      	0.51     13834</a:t>
            </a:r>
          </a:p>
          <a:p>
            <a:r>
              <a:rPr lang="en-US" sz="1600" dirty="0"/>
              <a:t>weighted avg  0.99	0.99      	0.99     13834</a:t>
            </a:r>
          </a:p>
        </p:txBody>
      </p:sp>
    </p:spTree>
    <p:extLst>
      <p:ext uri="{BB962C8B-B14F-4D97-AF65-F5344CB8AC3E}">
        <p14:creationId xmlns:p14="http://schemas.microsoft.com/office/powerpoint/2010/main" val="2470751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978</Words>
  <Application>Microsoft Office PowerPoint</Application>
  <PresentationFormat>Widescreen</PresentationFormat>
  <Paragraphs>164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MS Project Weekly Report</vt:lpstr>
      <vt:lpstr>PowerPoint Presentation</vt:lpstr>
      <vt:lpstr>PowerPoint Presentation</vt:lpstr>
      <vt:lpstr>Random forest</vt:lpstr>
      <vt:lpstr>Random forest</vt:lpstr>
      <vt:lpstr>Random Forest</vt:lpstr>
      <vt:lpstr>Random forest</vt:lpstr>
      <vt:lpstr>SVM</vt:lpstr>
      <vt:lpstr>SVM</vt:lpstr>
      <vt:lpstr>SVM</vt:lpstr>
      <vt:lpstr>SVM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Ahuti Shrestha</dc:creator>
  <cp:lastModifiedBy>Ahuti Shrestha</cp:lastModifiedBy>
  <cp:revision>17</cp:revision>
  <dcterms:created xsi:type="dcterms:W3CDTF">2021-06-20T02:45:14Z</dcterms:created>
  <dcterms:modified xsi:type="dcterms:W3CDTF">2021-06-24T03:51:58Z</dcterms:modified>
</cp:coreProperties>
</file>