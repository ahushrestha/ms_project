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4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(April 5 – 9,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April 12,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62AB-A585-48CF-82F0-5B58F6EB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7240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/>
              <a:t>Simple and Deep Graph Convolutional Networks</a:t>
            </a:r>
            <a:br>
              <a:rPr lang="en-US" b="1" dirty="0"/>
            </a:br>
            <a:r>
              <a:rPr lang="en-US" sz="2000" b="1" dirty="0"/>
              <a:t>Ming Chen, </a:t>
            </a:r>
            <a:r>
              <a:rPr lang="en-US" sz="2000" b="1" dirty="0" err="1"/>
              <a:t>Zhewei</a:t>
            </a:r>
            <a:r>
              <a:rPr lang="en-US" sz="2000" b="1" dirty="0"/>
              <a:t> Wei, </a:t>
            </a:r>
            <a:r>
              <a:rPr lang="en-US" sz="2000" b="1" dirty="0" err="1"/>
              <a:t>Zengfeng</a:t>
            </a:r>
            <a:r>
              <a:rPr lang="en-US" sz="2000" b="1" dirty="0"/>
              <a:t> Huang, Bolin Ding, </a:t>
            </a:r>
            <a:r>
              <a:rPr lang="en-US" sz="2000" b="1" dirty="0" err="1"/>
              <a:t>Yaliang</a:t>
            </a:r>
            <a:r>
              <a:rPr lang="en-US" sz="2000" b="1" dirty="0"/>
              <a:t> Li - 2020</a:t>
            </a: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106CB2-37E0-4DF0-AF29-270F0C40F072}"/>
              </a:ext>
            </a:extLst>
          </p:cNvPr>
          <p:cNvSpPr txBox="1">
            <a:spLocks/>
          </p:cNvSpPr>
          <p:nvPr/>
        </p:nvSpPr>
        <p:spPr>
          <a:xfrm>
            <a:off x="767080" y="1595121"/>
            <a:ext cx="9884229" cy="5069839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800" dirty="0"/>
              <a:t>GCNII prevents over-smoothing by initial residual connection and identity mapping.</a:t>
            </a:r>
          </a:p>
          <a:p>
            <a:pPr lvl="1"/>
            <a:r>
              <a:rPr lang="en-US" sz="2800" dirty="0"/>
              <a:t>Initial residual connection: It ensures that the final representation of each node retains at least a fraction of hyperparameter from the input layer even if many layers are stacked instead of using a residual connection to carry the information from the previous layer.</a:t>
            </a:r>
          </a:p>
          <a:p>
            <a:pPr lvl="1"/>
            <a:r>
              <a:rPr lang="en-US" sz="2800" dirty="0"/>
              <a:t>Identity mapping: It ensures that a deep GCNII model achieves at least the same performance as its shallow version does.</a:t>
            </a:r>
          </a:p>
          <a:p>
            <a:pPr marL="0" indent="0" algn="l">
              <a:buNone/>
            </a:pPr>
            <a:endParaRPr lang="en-US" sz="3200" dirty="0"/>
          </a:p>
          <a:p>
            <a:pPr marL="0" indent="0" algn="l">
              <a:buNone/>
            </a:pPr>
            <a:r>
              <a:rPr lang="en-US" sz="3200" dirty="0"/>
              <a:t>Working on GCNII and </a:t>
            </a:r>
            <a:r>
              <a:rPr lang="en-US" sz="3200" dirty="0" err="1"/>
              <a:t>ClusterGCN</a:t>
            </a:r>
            <a:r>
              <a:rPr lang="en-US" sz="3200" dirty="0"/>
              <a:t> implementations from GitHub.</a:t>
            </a:r>
          </a:p>
        </p:txBody>
      </p:sp>
    </p:spTree>
    <p:extLst>
      <p:ext uri="{BB962C8B-B14F-4D97-AF65-F5344CB8AC3E}">
        <p14:creationId xmlns:p14="http://schemas.microsoft.com/office/powerpoint/2010/main" val="334712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4F08-2935-4FF8-A47E-884DD4DB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Semi-Supervised</a:t>
            </a:r>
            <a:r>
              <a:rPr lang="en-US" dirty="0"/>
              <a:t> </a:t>
            </a:r>
            <a:r>
              <a:rPr lang="en-US" b="1" dirty="0"/>
              <a:t>Classification with Graph Convolutional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D5A5-1700-4014-BC06-11A8BDF3F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465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PyTorch</a:t>
            </a:r>
            <a:r>
              <a:rPr lang="en-US" sz="2400" dirty="0"/>
              <a:t> implementation of GCNs for semi-supervised classification.</a:t>
            </a:r>
          </a:p>
          <a:p>
            <a:r>
              <a:rPr lang="en-US" sz="2400" b="0" i="0" dirty="0">
                <a:solidFill>
                  <a:srgbClr val="24292E"/>
                </a:solidFill>
                <a:effectLst/>
                <a:latin typeface="-apple-system"/>
              </a:rPr>
              <a:t>This implementation has used the Cora dataset.</a:t>
            </a:r>
            <a:endParaRPr lang="en-US" sz="2400" dirty="0"/>
          </a:p>
          <a:p>
            <a:r>
              <a:rPr lang="en-US" sz="2400" dirty="0"/>
              <a:t>Compiled the codes for the given dataset: </a:t>
            </a:r>
            <a:r>
              <a:rPr lang="en-US" sz="2400" b="1" dirty="0"/>
              <a:t>Cora dataset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1CD0DC-7E58-45AB-85A4-DEE64701CED0}"/>
              </a:ext>
            </a:extLst>
          </p:cNvPr>
          <p:cNvSpPr txBox="1">
            <a:spLocks/>
          </p:cNvSpPr>
          <p:nvPr/>
        </p:nvSpPr>
        <p:spPr>
          <a:xfrm>
            <a:off x="1163320" y="27076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dirty="0"/>
              <a:t>(gcn_pytorch2) D:\Spring2021\pygcn\pygcn&gt;python train.py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Loading </a:t>
            </a:r>
            <a:r>
              <a:rPr lang="en-US" sz="1400" dirty="0" err="1"/>
              <a:t>cora</a:t>
            </a:r>
            <a:r>
              <a:rPr lang="en-US" sz="1400" dirty="0"/>
              <a:t> dataset...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Epoch: 0001 </a:t>
            </a:r>
            <a:r>
              <a:rPr lang="en-US" sz="1400" dirty="0" err="1"/>
              <a:t>loss_train</a:t>
            </a:r>
            <a:r>
              <a:rPr lang="en-US" sz="1400" dirty="0"/>
              <a:t>: 1.9370 </a:t>
            </a:r>
            <a:r>
              <a:rPr lang="en-US" sz="1400" dirty="0" err="1"/>
              <a:t>acc_train</a:t>
            </a:r>
            <a:r>
              <a:rPr lang="en-US" sz="1400" dirty="0"/>
              <a:t>: 0.1286 </a:t>
            </a:r>
            <a:r>
              <a:rPr lang="en-US" sz="1400" dirty="0" err="1"/>
              <a:t>loss_val</a:t>
            </a:r>
            <a:r>
              <a:rPr lang="en-US" sz="1400" dirty="0"/>
              <a:t>: 1.9278 </a:t>
            </a:r>
            <a:r>
              <a:rPr lang="en-US" sz="1400" dirty="0" err="1"/>
              <a:t>acc_val</a:t>
            </a:r>
            <a:r>
              <a:rPr lang="en-US" sz="1400" dirty="0"/>
              <a:t>: 0.1567 time: 1.1377s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Epoch: 0002 </a:t>
            </a:r>
            <a:r>
              <a:rPr lang="en-US" sz="1400" dirty="0" err="1"/>
              <a:t>loss_train</a:t>
            </a:r>
            <a:r>
              <a:rPr lang="en-US" sz="1400" dirty="0"/>
              <a:t>: 1.9186 </a:t>
            </a:r>
            <a:r>
              <a:rPr lang="en-US" sz="1400" dirty="0" err="1"/>
              <a:t>acc_train</a:t>
            </a:r>
            <a:r>
              <a:rPr lang="en-US" sz="1400" dirty="0"/>
              <a:t>: 0.2071 </a:t>
            </a:r>
            <a:r>
              <a:rPr lang="en-US" sz="1400" dirty="0" err="1"/>
              <a:t>loss_val</a:t>
            </a:r>
            <a:r>
              <a:rPr lang="en-US" sz="1400" dirty="0"/>
              <a:t>: 1.9173 </a:t>
            </a:r>
            <a:r>
              <a:rPr lang="en-US" sz="1400" dirty="0" err="1"/>
              <a:t>acc_val</a:t>
            </a:r>
            <a:r>
              <a:rPr lang="en-US" sz="1400" dirty="0"/>
              <a:t>: 0.1567 time: 0.0260s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Epoch: 0003 </a:t>
            </a:r>
            <a:r>
              <a:rPr lang="en-US" sz="1400" dirty="0" err="1"/>
              <a:t>loss_train</a:t>
            </a:r>
            <a:r>
              <a:rPr lang="en-US" sz="1400" dirty="0"/>
              <a:t>: 1.9174 </a:t>
            </a:r>
            <a:r>
              <a:rPr lang="en-US" sz="1400" dirty="0" err="1"/>
              <a:t>acc_train</a:t>
            </a:r>
            <a:r>
              <a:rPr lang="en-US" sz="1400" dirty="0"/>
              <a:t>: 0.1929 </a:t>
            </a:r>
            <a:r>
              <a:rPr lang="en-US" sz="1400" dirty="0" err="1"/>
              <a:t>loss_val</a:t>
            </a:r>
            <a:r>
              <a:rPr lang="en-US" sz="1400" dirty="0"/>
              <a:t>: 1.9070 </a:t>
            </a:r>
            <a:r>
              <a:rPr lang="en-US" sz="1400" dirty="0" err="1"/>
              <a:t>acc_val</a:t>
            </a:r>
            <a:r>
              <a:rPr lang="en-US" sz="1400" dirty="0"/>
              <a:t>: 0.1567 time: 0.0229s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………….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Epoch: 0198 </a:t>
            </a:r>
            <a:r>
              <a:rPr lang="en-US" sz="1400" dirty="0" err="1"/>
              <a:t>loss_train</a:t>
            </a:r>
            <a:r>
              <a:rPr lang="en-US" sz="1400" dirty="0"/>
              <a:t>: 0.4628 </a:t>
            </a:r>
            <a:r>
              <a:rPr lang="en-US" sz="1400" dirty="0" err="1"/>
              <a:t>acc_train</a:t>
            </a:r>
            <a:r>
              <a:rPr lang="en-US" sz="1400" dirty="0"/>
              <a:t>: 0.9357 </a:t>
            </a:r>
            <a:r>
              <a:rPr lang="en-US" sz="1400" dirty="0" err="1"/>
              <a:t>loss_val</a:t>
            </a:r>
            <a:r>
              <a:rPr lang="en-US" sz="1400" dirty="0"/>
              <a:t>: 0.7119 </a:t>
            </a:r>
            <a:r>
              <a:rPr lang="en-US" sz="1400" dirty="0" err="1"/>
              <a:t>acc_val</a:t>
            </a:r>
            <a:r>
              <a:rPr lang="en-US" sz="1400" dirty="0"/>
              <a:t>: 0.8033 time: 0.0209s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Epoch: 0199 </a:t>
            </a:r>
            <a:r>
              <a:rPr lang="en-US" sz="1400" dirty="0" err="1"/>
              <a:t>loss_train</a:t>
            </a:r>
            <a:r>
              <a:rPr lang="en-US" sz="1400" dirty="0"/>
              <a:t>: 0.4492 </a:t>
            </a:r>
            <a:r>
              <a:rPr lang="en-US" sz="1400" dirty="0" err="1"/>
              <a:t>acc_train</a:t>
            </a:r>
            <a:r>
              <a:rPr lang="en-US" sz="1400" dirty="0"/>
              <a:t>: 0.9071 </a:t>
            </a:r>
            <a:r>
              <a:rPr lang="en-US" sz="1400" dirty="0" err="1"/>
              <a:t>loss_val</a:t>
            </a:r>
            <a:r>
              <a:rPr lang="en-US" sz="1400" dirty="0"/>
              <a:t>: 0.7115 </a:t>
            </a:r>
            <a:r>
              <a:rPr lang="en-US" sz="1400" dirty="0" err="1"/>
              <a:t>acc_val</a:t>
            </a:r>
            <a:r>
              <a:rPr lang="en-US" sz="1400" dirty="0"/>
              <a:t>: 0.8100 time: 0.0221s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Epoch: 0200 </a:t>
            </a:r>
            <a:r>
              <a:rPr lang="en-US" sz="1400" dirty="0" err="1"/>
              <a:t>loss_train</a:t>
            </a:r>
            <a:r>
              <a:rPr lang="en-US" sz="1400" dirty="0"/>
              <a:t>: 0.4749 </a:t>
            </a:r>
            <a:r>
              <a:rPr lang="en-US" sz="1400" dirty="0" err="1"/>
              <a:t>acc_train</a:t>
            </a:r>
            <a:r>
              <a:rPr lang="en-US" sz="1400" dirty="0"/>
              <a:t>: 0.9214 </a:t>
            </a:r>
            <a:r>
              <a:rPr lang="en-US" sz="1400" dirty="0" err="1"/>
              <a:t>loss_val</a:t>
            </a:r>
            <a:r>
              <a:rPr lang="en-US" sz="1400" dirty="0"/>
              <a:t>: 0.7107 </a:t>
            </a:r>
            <a:r>
              <a:rPr lang="en-US" sz="1400" dirty="0" err="1"/>
              <a:t>acc_val</a:t>
            </a:r>
            <a:r>
              <a:rPr lang="en-US" sz="1400" dirty="0"/>
              <a:t>: 0.8133 time: 0.0199s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Optimization Finished!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Total time elapsed: 6.4032s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Test set results: loss= 0.7652 accuracy= 0.8160</a:t>
            </a:r>
          </a:p>
        </p:txBody>
      </p:sp>
    </p:spTree>
    <p:extLst>
      <p:ext uri="{BB962C8B-B14F-4D97-AF65-F5344CB8AC3E}">
        <p14:creationId xmlns:p14="http://schemas.microsoft.com/office/powerpoint/2010/main" val="2408628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5124</TotalTime>
  <Words>358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-apple-system</vt:lpstr>
      <vt:lpstr>Arial</vt:lpstr>
      <vt:lpstr>Calibri</vt:lpstr>
      <vt:lpstr>Calibri Light</vt:lpstr>
      <vt:lpstr>Office Theme</vt:lpstr>
      <vt:lpstr>MS Project Weekly Report (April 5 – 9, 2021)</vt:lpstr>
      <vt:lpstr>Simple and Deep Graph Convolutional Networks Ming Chen, Zhewei Wei, Zengfeng Huang, Bolin Ding, Yaliang Li - 2020</vt:lpstr>
      <vt:lpstr>Semi-Supervised Classification with Graph Convolutional Networks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92</cp:revision>
  <dcterms:created xsi:type="dcterms:W3CDTF">2020-07-31T22:36:01Z</dcterms:created>
  <dcterms:modified xsi:type="dcterms:W3CDTF">2021-04-12T11:29:11Z</dcterms:modified>
</cp:coreProperties>
</file>