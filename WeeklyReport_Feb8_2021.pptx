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0" r:id="rId3"/>
    <p:sldId id="269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(Feb 1 - 5,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/>
          <a:lstStyle/>
          <a:p>
            <a:r>
              <a:rPr lang="en-US" b="1" dirty="0"/>
              <a:t>Ahuti Shrestha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302D-6386-40A5-B9E3-C355897B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PageRank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D373561-83B7-4091-9F11-E9F82B7E4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410679"/>
              </p:ext>
            </p:extLst>
          </p:nvPr>
        </p:nvGraphicFramePr>
        <p:xfrm>
          <a:off x="1524002" y="1974206"/>
          <a:ext cx="6411684" cy="3724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4577">
                  <a:extLst>
                    <a:ext uri="{9D8B030D-6E8A-4147-A177-3AD203B41FA5}">
                      <a16:colId xmlns:a16="http://schemas.microsoft.com/office/drawing/2014/main" val="2554675227"/>
                    </a:ext>
                  </a:extLst>
                </a:gridCol>
                <a:gridCol w="3087107">
                  <a:extLst>
                    <a:ext uri="{9D8B030D-6E8A-4147-A177-3AD203B41FA5}">
                      <a16:colId xmlns:a16="http://schemas.microsoft.com/office/drawing/2014/main" val="2376842858"/>
                    </a:ext>
                  </a:extLst>
                </a:gridCol>
              </a:tblGrid>
              <a:tr h="3053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Node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081021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22656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0.00576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411562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4125191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0.005293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59000592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139985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0.004203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2408487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571407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0.004181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7276860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3553087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0.003557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3975959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57695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0.003386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0957203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2711488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0.003159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25038515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131872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0.002922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20045837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70604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0.00289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84293296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438154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0.002776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51042505"/>
                  </a:ext>
                </a:extLst>
              </a:tr>
              <a:tr h="3053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438154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0.002776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35977063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2F6610-8C0D-435B-924E-D4D49892EA62}"/>
              </a:ext>
            </a:extLst>
          </p:cNvPr>
          <p:cNvSpPr txBox="1">
            <a:spLocks/>
          </p:cNvSpPr>
          <p:nvPr/>
        </p:nvSpPr>
        <p:spPr>
          <a:xfrm>
            <a:off x="914400" y="1395753"/>
            <a:ext cx="9884229" cy="748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Nodes with top 10 PageRank score: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E5103C-D509-4942-85CE-5B1772C9138C}"/>
              </a:ext>
            </a:extLst>
          </p:cNvPr>
          <p:cNvSpPr txBox="1">
            <a:spLocks/>
          </p:cNvSpPr>
          <p:nvPr/>
        </p:nvSpPr>
        <p:spPr>
          <a:xfrm>
            <a:off x="914400" y="5982697"/>
            <a:ext cx="9884229" cy="7482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Working on Node Betweenness Centrality computation </a:t>
            </a:r>
          </a:p>
          <a:p>
            <a:r>
              <a:rPr lang="en-US" dirty="0"/>
              <a:t>Working on Neo4j</a:t>
            </a:r>
          </a:p>
        </p:txBody>
      </p:sp>
    </p:spTree>
    <p:extLst>
      <p:ext uri="{BB962C8B-B14F-4D97-AF65-F5344CB8AC3E}">
        <p14:creationId xmlns:p14="http://schemas.microsoft.com/office/powerpoint/2010/main" val="390816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536E-A559-4A95-9222-F7FD2C92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37"/>
          </a:xfrm>
        </p:spPr>
        <p:txBody>
          <a:bodyPr/>
          <a:lstStyle/>
          <a:p>
            <a:r>
              <a:rPr lang="en-US" b="1" dirty="0"/>
              <a:t>Stack Overflow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0C40-2720-4AFA-9E28-1E0ACFA4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362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Answer post has:</a:t>
            </a:r>
          </a:p>
          <a:p>
            <a:pPr lvl="1"/>
            <a:r>
              <a:rPr lang="en-US" dirty="0"/>
              <a:t>row Id</a:t>
            </a:r>
          </a:p>
          <a:p>
            <a:pPr lvl="1"/>
            <a:r>
              <a:rPr lang="en-US" dirty="0" err="1"/>
              <a:t>PostTypeId</a:t>
            </a:r>
            <a:endParaRPr lang="en-US" dirty="0"/>
          </a:p>
          <a:p>
            <a:pPr lvl="1"/>
            <a:r>
              <a:rPr lang="en-US" dirty="0" err="1"/>
              <a:t>ParentId</a:t>
            </a:r>
            <a:endParaRPr lang="en-US" dirty="0"/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CreationDate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Score</a:t>
            </a:r>
          </a:p>
          <a:p>
            <a:pPr lvl="1"/>
            <a:r>
              <a:rPr lang="en-US" dirty="0"/>
              <a:t>Body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OwnerUserId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 err="1"/>
              <a:t>LastEditorUserId</a:t>
            </a:r>
            <a:endParaRPr lang="en-US" dirty="0"/>
          </a:p>
          <a:p>
            <a:pPr lvl="1"/>
            <a:r>
              <a:rPr lang="en-US" dirty="0" err="1"/>
              <a:t>LastEditDate</a:t>
            </a:r>
            <a:endParaRPr lang="en-US" dirty="0"/>
          </a:p>
          <a:p>
            <a:pPr lvl="1"/>
            <a:r>
              <a:rPr lang="en-US" dirty="0" err="1"/>
              <a:t>LastActivityDate</a:t>
            </a:r>
            <a:endParaRPr lang="en-US" dirty="0"/>
          </a:p>
          <a:p>
            <a:pPr lvl="1"/>
            <a:r>
              <a:rPr lang="en-US" dirty="0" err="1"/>
              <a:t>CommentCount</a:t>
            </a:r>
            <a:endParaRPr lang="en-US" dirty="0"/>
          </a:p>
          <a:p>
            <a:pPr lvl="1"/>
            <a:r>
              <a:rPr lang="en-US" dirty="0" err="1"/>
              <a:t>ContentLicense</a:t>
            </a: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6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536E-A559-4A95-9222-F7FD2C92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37"/>
          </a:xfrm>
        </p:spPr>
        <p:txBody>
          <a:bodyPr/>
          <a:lstStyle/>
          <a:p>
            <a:r>
              <a:rPr lang="en-US" b="1" dirty="0"/>
              <a:t>Stack Overflow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0C40-2720-4AFA-9E28-1E0ACFA4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361"/>
            <a:ext cx="10515600" cy="566089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Question post has:</a:t>
            </a:r>
          </a:p>
          <a:p>
            <a:pPr lvl="1"/>
            <a:r>
              <a:rPr lang="en-US" dirty="0"/>
              <a:t>row Id</a:t>
            </a:r>
          </a:p>
          <a:p>
            <a:pPr lvl="1"/>
            <a:r>
              <a:rPr lang="en-US" dirty="0" err="1"/>
              <a:t>PostTypeId</a:t>
            </a:r>
            <a:endParaRPr lang="en-US" dirty="0"/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AcceptedAnswerId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CreationDate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/>
              <a:t>Score</a:t>
            </a:r>
          </a:p>
          <a:p>
            <a:pPr lvl="1"/>
            <a:r>
              <a:rPr lang="en-US" dirty="0" err="1"/>
              <a:t>ViewCount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Body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OwnerUserId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 err="1"/>
              <a:t>LastEditorUserId</a:t>
            </a:r>
            <a:endParaRPr lang="en-US" dirty="0"/>
          </a:p>
          <a:p>
            <a:pPr lvl="1"/>
            <a:r>
              <a:rPr lang="en-US" dirty="0" err="1"/>
              <a:t>LastEditorDisplayName</a:t>
            </a:r>
            <a:endParaRPr lang="en-US" dirty="0"/>
          </a:p>
          <a:p>
            <a:pPr lvl="1"/>
            <a:r>
              <a:rPr lang="en-US" dirty="0" err="1"/>
              <a:t>LastEditDate</a:t>
            </a:r>
            <a:endParaRPr lang="en-US" dirty="0"/>
          </a:p>
          <a:p>
            <a:pPr lvl="1"/>
            <a:r>
              <a:rPr lang="en-US" dirty="0" err="1"/>
              <a:t>LastActivityDate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r>
              <a:rPr lang="en-US" dirty="0"/>
              <a:t>Tags</a:t>
            </a:r>
          </a:p>
          <a:p>
            <a:pPr lvl="1"/>
            <a:r>
              <a:rPr lang="en-US" dirty="0" err="1"/>
              <a:t>AnswerCount</a:t>
            </a:r>
            <a:endParaRPr lang="en-US" dirty="0"/>
          </a:p>
          <a:p>
            <a:pPr lvl="1"/>
            <a:r>
              <a:rPr lang="en-US" dirty="0" err="1"/>
              <a:t>CommentCount</a:t>
            </a:r>
            <a:endParaRPr lang="en-US" dirty="0"/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FavoriteCount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 err="1"/>
              <a:t>ClosedDate</a:t>
            </a:r>
            <a:endParaRPr lang="en-US" dirty="0"/>
          </a:p>
          <a:p>
            <a:pPr lvl="1"/>
            <a:r>
              <a:rPr lang="en-US" dirty="0" err="1"/>
              <a:t>ContentLicense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97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104</Words>
  <Application>Microsoft Office PowerPoint</Application>
  <PresentationFormat>Widescreen</PresentationFormat>
  <Paragraphs>66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MS Project Weekly Report (Feb 1 - 5, 2021)</vt:lpstr>
      <vt:lpstr>PageRank</vt:lpstr>
      <vt:lpstr>Stack Overflow Data</vt:lpstr>
      <vt:lpstr>Stack Overflow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44</cp:revision>
  <dcterms:created xsi:type="dcterms:W3CDTF">2020-07-31T22:36:01Z</dcterms:created>
  <dcterms:modified xsi:type="dcterms:W3CDTF">2021-02-08T03:48:09Z</dcterms:modified>
</cp:coreProperties>
</file>