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0" r:id="rId3"/>
    <p:sldId id="274" r:id="rId4"/>
    <p:sldId id="27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928B-EA86-4F83-A422-463C00E5D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1CA3-684D-496B-80E5-9C48774A6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C487-7970-4374-90BD-D54F3D69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1021-5153-4895-B855-31D81361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25A1-D391-41E4-A1AD-7A768F7F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4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6BD7-FCEE-4B4B-8DED-EACC66A5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DDE3-72FF-4436-AAB7-B5448BE5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F7A3-4CE4-44DB-99F3-22150B94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BB91-CFFB-49E0-A4BA-082C3185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F265-B469-45D6-BED0-6D6EE5B4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7E6C-EA32-45C8-8A82-CE6CB7AC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9F935-6ADF-4141-AC10-299811F1C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E2744-0C02-45F8-8246-443A60F8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FCBBE-9E19-459F-9351-A7549E07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A103-CAD2-4153-80C3-07DC48F2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5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954E-FEAD-4032-BBC5-5A5D73A5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343E-932B-495A-9206-0860DCDAE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DF728-C9C1-43C6-9D02-6FEAECAB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D60BB-DA4C-418A-B33E-D70314B6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2A538-1628-4F3B-9539-23419B4A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A0D3A-AF84-4737-828D-6244DD60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5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B0E6-3A13-46FA-938F-AEA61FA2F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EE8F7-AB12-4C97-B828-D67B5467A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D4CA-5063-429C-877E-BEEDC38F1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D12FB-A75B-4C5B-9F99-C9EABCC14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41773-B0FF-4438-B9C3-BDEB5D62D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26CBC-C058-453C-9909-EDB2DC5A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B14CE-D133-4F69-A534-927655DE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7C4CF-A0E5-43B6-BF60-387716D9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7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A0C6-DFC7-495A-B523-2B804CDA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CE13A-6785-4C57-B1CF-93EE41F1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96095-A604-40DE-B83D-784049C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07E18-01A5-49DD-985A-27AF315C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145AD-1D18-4BE7-9071-F33490A0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D5433-6BD5-4A51-BB9A-EFA0ADDB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92F3-6636-45DF-96CC-DC1E3ACF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1C90-D392-435A-A2A2-7A8FC4C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0F0B-C98D-40ED-8781-B7472B7B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A465C-D472-4CE4-8601-C1E02047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1766C-D0C5-4E0C-92AD-1BC00DD9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1A91-4FB4-43CC-A851-12D13C0C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06B66-8C22-4368-A8BA-B786C65F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5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E8F84-40DA-42FA-A3D0-8CA86364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F2FFE-C49A-437B-AED8-CBA0AA15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B56B7-E4EE-42B6-B79B-8791081A4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7937E-CA33-4B80-AAF0-7BE99194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50EB8-A123-4BD5-80FE-F623EFBA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F3429-960E-477D-89E3-2A8CEB2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6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77D0-AEAD-47F2-896A-3821B782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5F58C-433A-4FD0-B395-6A120D15B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9538A-763A-497C-A07F-0CE77F19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3D750-1CA7-433A-A9EF-5CE9A772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E75D6-5F82-4E5B-9C49-59B4C66B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1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FB5D1-0AF7-490E-BDB5-2BD93A7B3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2A8ED-52FB-447D-81FF-B743649BF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FD98-41B7-43EF-B8C1-B11885D1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78BA-A47C-4641-8DC4-ABE4FEB7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F6787-141A-4436-A607-AD050BC3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0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DB824-25C0-4C06-8731-2E3FC1AF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0246-50D7-4C32-A885-4A68014EE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6BEE4-8A34-458E-B072-3482AF621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9FE7-7A39-4AAB-ADF0-457ABD3FB5E3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3080-9438-4E19-B431-3422ADBAF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67BE-6CA5-4ECB-9D89-49D9CA850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1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9BC-9621-4EE9-AFC1-63F9869D1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87637"/>
          </a:xfrm>
        </p:spPr>
        <p:txBody>
          <a:bodyPr>
            <a:normAutofit/>
          </a:bodyPr>
          <a:lstStyle/>
          <a:p>
            <a:r>
              <a:rPr lang="en-US" b="1" dirty="0"/>
              <a:t>MS Project</a:t>
            </a:r>
            <a:br>
              <a:rPr lang="en-US" b="1" dirty="0"/>
            </a:br>
            <a:r>
              <a:rPr lang="en-US" sz="4000" b="1" dirty="0"/>
              <a:t>Weekly Report (March 29 – April 2, 2021)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A477B-3CB2-4A2A-889C-25E5F099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69781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Ahuti Shrestha</a:t>
            </a:r>
          </a:p>
          <a:p>
            <a:r>
              <a:rPr lang="en-US" b="1" dirty="0"/>
              <a:t>April 5, 2021</a:t>
            </a:r>
          </a:p>
        </p:txBody>
      </p:sp>
    </p:spTree>
    <p:extLst>
      <p:ext uri="{BB962C8B-B14F-4D97-AF65-F5344CB8AC3E}">
        <p14:creationId xmlns:p14="http://schemas.microsoft.com/office/powerpoint/2010/main" val="169060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F302D-6386-40A5-B9E3-C355897B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Cluster-GCN: Running the code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2F6610-8C0D-435B-924E-D4D49892EA62}"/>
              </a:ext>
            </a:extLst>
          </p:cNvPr>
          <p:cNvSpPr txBox="1">
            <a:spLocks/>
          </p:cNvSpPr>
          <p:nvPr/>
        </p:nvSpPr>
        <p:spPr>
          <a:xfrm>
            <a:off x="979715" y="1371601"/>
            <a:ext cx="9884229" cy="1589313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/>
              <a:t>Tried to run the codes, but could no install required packages</a:t>
            </a:r>
          </a:p>
          <a:p>
            <a:pPr algn="l"/>
            <a:r>
              <a:rPr lang="en-US" sz="3200" dirty="0"/>
              <a:t>It requires following packages: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8DDD6F-7DFD-4036-B0F9-D3DD16EC05C8}"/>
              </a:ext>
            </a:extLst>
          </p:cNvPr>
          <p:cNvSpPr txBox="1">
            <a:spLocks/>
          </p:cNvSpPr>
          <p:nvPr/>
        </p:nvSpPr>
        <p:spPr>
          <a:xfrm>
            <a:off x="1153885" y="2884714"/>
            <a:ext cx="9884229" cy="1012373"/>
          </a:xfrm>
          <a:prstGeom prst="rect">
            <a:avLst/>
          </a:prstGeom>
        </p:spPr>
        <p:txBody>
          <a:bodyPr vert="horz" lIns="91440" tIns="45720" rIns="91440" bIns="45720" numCol="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800" dirty="0" err="1"/>
              <a:t>networkx</a:t>
            </a:r>
            <a:r>
              <a:rPr lang="en-US" sz="1800" dirty="0"/>
              <a:t>==1.11</a:t>
            </a:r>
          </a:p>
          <a:p>
            <a:pPr algn="l">
              <a:lnSpc>
                <a:spcPct val="100000"/>
              </a:lnSpc>
            </a:pPr>
            <a:r>
              <a:rPr lang="en-US" sz="1800" dirty="0" err="1"/>
              <a:t>tqdm</a:t>
            </a:r>
            <a:r>
              <a:rPr lang="en-US" sz="1800" dirty="0"/>
              <a:t>==4.28.1</a:t>
            </a:r>
          </a:p>
          <a:p>
            <a:pPr algn="l">
              <a:lnSpc>
                <a:spcPct val="100000"/>
              </a:lnSpc>
            </a:pPr>
            <a:r>
              <a:rPr lang="en-US" sz="1800" dirty="0" err="1"/>
              <a:t>numpy</a:t>
            </a:r>
            <a:r>
              <a:rPr lang="en-US" sz="1800" dirty="0"/>
              <a:t>==1.15.4</a:t>
            </a:r>
          </a:p>
          <a:p>
            <a:pPr algn="l">
              <a:lnSpc>
                <a:spcPct val="100000"/>
              </a:lnSpc>
            </a:pPr>
            <a:r>
              <a:rPr lang="en-US" sz="1800" dirty="0"/>
              <a:t>pandas==0.23.4</a:t>
            </a:r>
          </a:p>
          <a:p>
            <a:pPr algn="l">
              <a:lnSpc>
                <a:spcPct val="100000"/>
              </a:lnSpc>
            </a:pPr>
            <a:r>
              <a:rPr lang="en-US" sz="1800" dirty="0" err="1"/>
              <a:t>texttable</a:t>
            </a:r>
            <a:r>
              <a:rPr lang="en-US" sz="1800" dirty="0"/>
              <a:t>==1.5.0</a:t>
            </a:r>
          </a:p>
          <a:p>
            <a:pPr algn="l">
              <a:lnSpc>
                <a:spcPct val="100000"/>
              </a:lnSpc>
            </a:pPr>
            <a:r>
              <a:rPr lang="en-US" sz="1800" dirty="0" err="1"/>
              <a:t>scipy</a:t>
            </a:r>
            <a:r>
              <a:rPr lang="en-US" sz="1800" dirty="0"/>
              <a:t>==1.1.0</a:t>
            </a:r>
          </a:p>
          <a:p>
            <a:pPr algn="l">
              <a:lnSpc>
                <a:spcPct val="100000"/>
              </a:lnSpc>
            </a:pPr>
            <a:r>
              <a:rPr lang="en-US" sz="1800" dirty="0" err="1"/>
              <a:t>argparse</a:t>
            </a:r>
            <a:r>
              <a:rPr lang="en-US" sz="1800" dirty="0"/>
              <a:t>==1.1.0</a:t>
            </a:r>
          </a:p>
          <a:p>
            <a:pPr algn="l">
              <a:lnSpc>
                <a:spcPct val="100000"/>
              </a:lnSpc>
            </a:pPr>
            <a:r>
              <a:rPr lang="en-US" sz="1800" dirty="0"/>
              <a:t>torch==0.4.1</a:t>
            </a:r>
          </a:p>
          <a:p>
            <a:pPr algn="l">
              <a:lnSpc>
                <a:spcPct val="100000"/>
              </a:lnSpc>
            </a:pPr>
            <a:r>
              <a:rPr lang="en-US" sz="1800" dirty="0"/>
              <a:t>torch-geometric==0.3.1</a:t>
            </a:r>
          </a:p>
          <a:p>
            <a:pPr algn="l">
              <a:lnSpc>
                <a:spcPct val="100000"/>
              </a:lnSpc>
            </a:pPr>
            <a:r>
              <a:rPr lang="en-US" sz="1800" dirty="0"/>
              <a:t>metis==0.2a.4</a:t>
            </a:r>
          </a:p>
          <a:p>
            <a:pPr algn="l">
              <a:lnSpc>
                <a:spcPct val="100000"/>
              </a:lnSpc>
            </a:pPr>
            <a:r>
              <a:rPr lang="en-US" sz="1800" dirty="0"/>
              <a:t>scikit-learn==0.20</a:t>
            </a:r>
          </a:p>
          <a:p>
            <a:pPr algn="l">
              <a:lnSpc>
                <a:spcPct val="100000"/>
              </a:lnSpc>
            </a:pPr>
            <a:r>
              <a:rPr lang="en-US" sz="1800" dirty="0" err="1">
                <a:solidFill>
                  <a:srgbClr val="FF0000"/>
                </a:solidFill>
              </a:rPr>
              <a:t>torch_spline_conv</a:t>
            </a:r>
            <a:r>
              <a:rPr lang="en-US" sz="1800" dirty="0">
                <a:solidFill>
                  <a:srgbClr val="FF0000"/>
                </a:solidFill>
              </a:rPr>
              <a:t>==1.0.4  </a:t>
            </a:r>
          </a:p>
          <a:p>
            <a:pPr algn="l">
              <a:lnSpc>
                <a:spcPct val="100000"/>
              </a:lnSpc>
            </a:pPr>
            <a:r>
              <a:rPr lang="en-US" sz="1800" dirty="0" err="1">
                <a:solidFill>
                  <a:srgbClr val="FF0000"/>
                </a:solidFill>
              </a:rPr>
              <a:t>torch_sparse</a:t>
            </a:r>
            <a:r>
              <a:rPr lang="en-US" sz="1800" dirty="0">
                <a:solidFill>
                  <a:srgbClr val="FF0000"/>
                </a:solidFill>
              </a:rPr>
              <a:t>==0.2.2	</a:t>
            </a:r>
          </a:p>
          <a:p>
            <a:pPr algn="l">
              <a:lnSpc>
                <a:spcPct val="100000"/>
              </a:lnSpc>
            </a:pPr>
            <a:r>
              <a:rPr lang="en-US" sz="1800" dirty="0" err="1">
                <a:solidFill>
                  <a:srgbClr val="FF0000"/>
                </a:solidFill>
              </a:rPr>
              <a:t>torch_scatter</a:t>
            </a:r>
            <a:r>
              <a:rPr lang="en-US" sz="1800" dirty="0">
                <a:solidFill>
                  <a:srgbClr val="FF0000"/>
                </a:solidFill>
              </a:rPr>
              <a:t>==1.0.4	</a:t>
            </a:r>
          </a:p>
          <a:p>
            <a:pPr algn="l">
              <a:lnSpc>
                <a:spcPct val="100000"/>
              </a:lnSpc>
            </a:pPr>
            <a:r>
              <a:rPr lang="en-US" sz="1800" dirty="0" err="1">
                <a:solidFill>
                  <a:srgbClr val="FF0000"/>
                </a:solidFill>
              </a:rPr>
              <a:t>torch_cluster</a:t>
            </a:r>
            <a:r>
              <a:rPr lang="en-US" sz="1800" dirty="0">
                <a:solidFill>
                  <a:srgbClr val="FF0000"/>
                </a:solidFill>
              </a:rPr>
              <a:t>==1.1.5</a:t>
            </a:r>
            <a:r>
              <a:rPr lang="en-US" sz="2400" dirty="0"/>
              <a:t>	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E4FA5E3-A231-4B7A-838A-8F096C1D8F8F}"/>
              </a:ext>
            </a:extLst>
          </p:cNvPr>
          <p:cNvSpPr txBox="1">
            <a:spLocks/>
          </p:cNvSpPr>
          <p:nvPr/>
        </p:nvSpPr>
        <p:spPr>
          <a:xfrm>
            <a:off x="979714" y="4985658"/>
            <a:ext cx="9884229" cy="1589313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/>
              <a:t>But when I am not able to install </a:t>
            </a:r>
            <a:r>
              <a:rPr lang="en-US" sz="3200" dirty="0" err="1"/>
              <a:t>torch_spline_conv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8167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62AB-A585-48CF-82F0-5B58F6EBE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E3258A-BCC0-4C13-88F6-9F6E2387B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85" y="681038"/>
            <a:ext cx="11992358" cy="516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26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94DF-1E4C-4ED4-B524-06872B519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GraphSAGE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F4358-911B-4142-BD2D-29E475CEF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Working on the codes</a:t>
            </a:r>
          </a:p>
        </p:txBody>
      </p:sp>
    </p:spTree>
    <p:extLst>
      <p:ext uri="{BB962C8B-B14F-4D97-AF65-F5344CB8AC3E}">
        <p14:creationId xmlns:p14="http://schemas.microsoft.com/office/powerpoint/2010/main" val="547818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4677</TotalTime>
  <Words>121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MS Project Weekly Report (March 29 – April 2, 2021)</vt:lpstr>
      <vt:lpstr>Cluster-GCN: Running the code</vt:lpstr>
      <vt:lpstr>PowerPoint Presentation</vt:lpstr>
      <vt:lpstr>GraphSAGE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Weekly Report (July 27-31, 2020)</dc:title>
  <dc:creator>Ahuti Shrestha</dc:creator>
  <cp:lastModifiedBy>Ahuti Shrestha</cp:lastModifiedBy>
  <cp:revision>83</cp:revision>
  <dcterms:created xsi:type="dcterms:W3CDTF">2020-07-31T22:36:01Z</dcterms:created>
  <dcterms:modified xsi:type="dcterms:W3CDTF">2021-04-05T11:56:25Z</dcterms:modified>
</cp:coreProperties>
</file>