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8" r:id="rId3"/>
    <p:sldId id="281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June 15,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88ECBC0-DDF1-4538-8F8A-23BBA8DD9DB1}"/>
              </a:ext>
            </a:extLst>
          </p:cNvPr>
          <p:cNvSpPr txBox="1">
            <a:spLocks/>
          </p:cNvSpPr>
          <p:nvPr/>
        </p:nvSpPr>
        <p:spPr>
          <a:xfrm>
            <a:off x="489857" y="735248"/>
            <a:ext cx="3907971" cy="647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Random Forest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B3B84-A3DC-4D8E-82E0-A45D9A491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Classification Report</a:t>
            </a:r>
          </a:p>
          <a:p>
            <a:pPr marL="0" indent="0">
              <a:buNone/>
            </a:pPr>
            <a:r>
              <a:rPr lang="en-US" sz="1600" b="1" dirty="0"/>
              <a:t>             	 precision   	 recall 	 f1-score   	support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0       	1.00      	0.99      	1.00     	12636</a:t>
            </a:r>
          </a:p>
          <a:p>
            <a:pPr marL="0" indent="0">
              <a:buNone/>
            </a:pPr>
            <a:r>
              <a:rPr lang="en-US" sz="1600" dirty="0"/>
              <a:t>           1       	0.95      	0.99      	0.97      	4892</a:t>
            </a:r>
          </a:p>
          <a:p>
            <a:pPr marL="0" indent="0">
              <a:buNone/>
            </a:pPr>
            <a:r>
              <a:rPr lang="en-US" sz="1600" dirty="0"/>
              <a:t>           2       	0.69      	0.63      	0.66       	430</a:t>
            </a:r>
          </a:p>
          <a:p>
            <a:pPr marL="0" indent="0">
              <a:buNone/>
            </a:pPr>
            <a:r>
              <a:rPr lang="en-US" sz="1600" dirty="0"/>
              <a:t>           3       	0.47      	0.12      	0.20        	65</a:t>
            </a:r>
          </a:p>
          <a:p>
            <a:pPr marL="0" indent="0">
              <a:buNone/>
            </a:pPr>
            <a:r>
              <a:rPr lang="en-US" sz="1600" dirty="0"/>
              <a:t>           4       	0.79      	0.79      	0.79       	224</a:t>
            </a:r>
          </a:p>
          <a:p>
            <a:pPr marL="0" indent="0">
              <a:buNone/>
            </a:pPr>
            <a:r>
              <a:rPr lang="en-US" sz="1600" dirty="0"/>
              <a:t>           5       	0.00      	0.00      	0.00         	3</a:t>
            </a:r>
          </a:p>
          <a:p>
            <a:pPr marL="0" indent="0">
              <a:buNone/>
            </a:pPr>
            <a:r>
              <a:rPr lang="en-US" sz="1600" dirty="0"/>
              <a:t>           6       	0.88      	0.64      	0.74        	11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  accuracy                           	0.98     	18261</a:t>
            </a:r>
          </a:p>
          <a:p>
            <a:pPr marL="0" indent="0">
              <a:buNone/>
            </a:pPr>
            <a:r>
              <a:rPr lang="en-US" sz="1600" b="1" dirty="0"/>
              <a:t>   macro avg    0.68      	0.59     	0.62     	18261</a:t>
            </a:r>
          </a:p>
          <a:p>
            <a:pPr marL="0" indent="0">
              <a:buNone/>
            </a:pPr>
            <a:r>
              <a:rPr lang="en-US" sz="1600" b="1" dirty="0"/>
              <a:t>weighted avg  0.98      	0.98      	0.98     	18261</a:t>
            </a:r>
          </a:p>
        </p:txBody>
      </p:sp>
    </p:spTree>
    <p:extLst>
      <p:ext uri="{BB962C8B-B14F-4D97-AF65-F5344CB8AC3E}">
        <p14:creationId xmlns:p14="http://schemas.microsoft.com/office/powerpoint/2010/main" val="112718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88ECBC0-DDF1-4538-8F8A-23BBA8DD9DB1}"/>
              </a:ext>
            </a:extLst>
          </p:cNvPr>
          <p:cNvSpPr txBox="1">
            <a:spLocks/>
          </p:cNvSpPr>
          <p:nvPr/>
        </p:nvSpPr>
        <p:spPr>
          <a:xfrm>
            <a:off x="489857" y="735248"/>
            <a:ext cx="3907971" cy="647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Neural Network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B3B84-A3DC-4D8E-82E0-A45D9A491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41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 tried Neural Network, but its not giving good result.</a:t>
            </a:r>
          </a:p>
          <a:p>
            <a:r>
              <a:rPr lang="en-US" dirty="0"/>
              <a:t>Model: Sequential model</a:t>
            </a:r>
          </a:p>
          <a:p>
            <a:r>
              <a:rPr lang="en-US" dirty="0"/>
              <a:t># of layers: 3</a:t>
            </a:r>
          </a:p>
          <a:p>
            <a:pPr lvl="1"/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layer: nodes = 12, </a:t>
            </a:r>
            <a:r>
              <a:rPr lang="en-US" sz="2000" dirty="0" err="1"/>
              <a:t>input_dim</a:t>
            </a:r>
            <a:r>
              <a:rPr lang="en-US" sz="2000" dirty="0"/>
              <a:t> = 7, activation = </a:t>
            </a:r>
            <a:r>
              <a:rPr lang="en-US" sz="2000" dirty="0" err="1"/>
              <a:t>relu</a:t>
            </a:r>
            <a:endParaRPr lang="en-US" sz="2000" dirty="0"/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nd</a:t>
            </a:r>
            <a:r>
              <a:rPr lang="en-US" sz="2000" dirty="0"/>
              <a:t> layer: nodes = 8, activation = </a:t>
            </a:r>
            <a:r>
              <a:rPr lang="en-US" sz="2000" dirty="0" err="1"/>
              <a:t>relu</a:t>
            </a:r>
            <a:endParaRPr lang="en-US" sz="2000" dirty="0"/>
          </a:p>
          <a:p>
            <a:pPr lvl="1"/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layer: nodes = 1, activation = </a:t>
            </a:r>
            <a:r>
              <a:rPr lang="en-US" sz="2000" dirty="0" err="1"/>
              <a:t>relu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0698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7E99-3132-4273-89D6-F86E24F0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9392-DB77-4E61-97A4-80208BBC1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I’ve extracted texts from the Stack Overflow posts, but it needs cleaning.</a:t>
            </a:r>
          </a:p>
          <a:p>
            <a:r>
              <a:rPr lang="en-US" sz="1800" dirty="0"/>
              <a:t>Currently, the extracted text is as follows:</a:t>
            </a:r>
          </a:p>
          <a:p>
            <a:pPr marL="0" indent="0">
              <a:buNone/>
            </a:pPr>
            <a:r>
              <a:rPr lang="en-US" sz="1800" b="1" dirty="0"/>
              <a:t>Post id	Body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7	&lt;p&gt;An explicit cast to &lt;code&gt;double&lt;/code&gt; like this isn't necessary:&lt;/p&gt;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&lt;pre&gt;&lt;code&gt;double trans = (double) trackBar1.Value / 5000.0;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&lt;/code&gt;&lt;/pre&gt;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&lt;p&gt;Identifying the constant as &lt;code&gt;5000.0&lt;/code&gt; (or as &lt;code&gt;5000d&lt;/code&gt;) is sufficient:&lt;/p&gt;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&lt;pre&gt;&lt;code&gt;double trans = trackBar1.Value / 5000.0;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double trans = trackBar1.Value / 5000d;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&lt;/code&gt;&lt;/pre&gt;</a:t>
            </a:r>
          </a:p>
        </p:txBody>
      </p:sp>
    </p:spTree>
    <p:extLst>
      <p:ext uri="{BB962C8B-B14F-4D97-AF65-F5344CB8AC3E}">
        <p14:creationId xmlns:p14="http://schemas.microsoft.com/office/powerpoint/2010/main" val="362852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6317</TotalTime>
  <Words>312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MS Project Weekly Report</vt:lpstr>
      <vt:lpstr>PowerPoint Presentation</vt:lpstr>
      <vt:lpstr>PowerPoint Presentation</vt:lpstr>
      <vt:lpstr>Extract 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119</cp:revision>
  <dcterms:created xsi:type="dcterms:W3CDTF">2020-07-31T22:36:01Z</dcterms:created>
  <dcterms:modified xsi:type="dcterms:W3CDTF">2021-06-15T19:39:50Z</dcterms:modified>
</cp:coreProperties>
</file>