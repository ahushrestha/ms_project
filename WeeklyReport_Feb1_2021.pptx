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8" r:id="rId3"/>
    <p:sldId id="269" r:id="rId4"/>
    <p:sldId id="270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/>
              <a:t>Degree Distribution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3021117549684"/>
          <c:y val="5.4768441339192682E-2"/>
          <c:w val="0.87260289562502413"/>
          <c:h val="0.7792580121332795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numRef>
              <c:f>node_degree!$B$3:$B$462</c:f>
              <c:numCache>
                <c:formatCode>General</c:formatCode>
                <c:ptCount val="4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189</c:v>
                </c:pt>
                <c:pt idx="188">
                  <c:v>190</c:v>
                </c:pt>
                <c:pt idx="189">
                  <c:v>191</c:v>
                </c:pt>
                <c:pt idx="190">
                  <c:v>192</c:v>
                </c:pt>
                <c:pt idx="191">
                  <c:v>193</c:v>
                </c:pt>
                <c:pt idx="192">
                  <c:v>195</c:v>
                </c:pt>
                <c:pt idx="193">
                  <c:v>196</c:v>
                </c:pt>
                <c:pt idx="194">
                  <c:v>197</c:v>
                </c:pt>
                <c:pt idx="195">
                  <c:v>198</c:v>
                </c:pt>
                <c:pt idx="196">
                  <c:v>199</c:v>
                </c:pt>
                <c:pt idx="197">
                  <c:v>200</c:v>
                </c:pt>
                <c:pt idx="198">
                  <c:v>201</c:v>
                </c:pt>
                <c:pt idx="199">
                  <c:v>203</c:v>
                </c:pt>
                <c:pt idx="200">
                  <c:v>204</c:v>
                </c:pt>
                <c:pt idx="201">
                  <c:v>206</c:v>
                </c:pt>
                <c:pt idx="202">
                  <c:v>207</c:v>
                </c:pt>
                <c:pt idx="203">
                  <c:v>208</c:v>
                </c:pt>
                <c:pt idx="204">
                  <c:v>209</c:v>
                </c:pt>
                <c:pt idx="205">
                  <c:v>212</c:v>
                </c:pt>
                <c:pt idx="206">
                  <c:v>213</c:v>
                </c:pt>
                <c:pt idx="207">
                  <c:v>215</c:v>
                </c:pt>
                <c:pt idx="208">
                  <c:v>216</c:v>
                </c:pt>
                <c:pt idx="209">
                  <c:v>217</c:v>
                </c:pt>
                <c:pt idx="210">
                  <c:v>218</c:v>
                </c:pt>
                <c:pt idx="211">
                  <c:v>220</c:v>
                </c:pt>
                <c:pt idx="212">
                  <c:v>221</c:v>
                </c:pt>
                <c:pt idx="213">
                  <c:v>222</c:v>
                </c:pt>
                <c:pt idx="214">
                  <c:v>223</c:v>
                </c:pt>
                <c:pt idx="215">
                  <c:v>224</c:v>
                </c:pt>
                <c:pt idx="216">
                  <c:v>225</c:v>
                </c:pt>
                <c:pt idx="217">
                  <c:v>226</c:v>
                </c:pt>
                <c:pt idx="218">
                  <c:v>227</c:v>
                </c:pt>
                <c:pt idx="219">
                  <c:v>228</c:v>
                </c:pt>
                <c:pt idx="220">
                  <c:v>229</c:v>
                </c:pt>
                <c:pt idx="221">
                  <c:v>231</c:v>
                </c:pt>
                <c:pt idx="222">
                  <c:v>232</c:v>
                </c:pt>
                <c:pt idx="223">
                  <c:v>234</c:v>
                </c:pt>
                <c:pt idx="224">
                  <c:v>236</c:v>
                </c:pt>
                <c:pt idx="225">
                  <c:v>238</c:v>
                </c:pt>
                <c:pt idx="226">
                  <c:v>239</c:v>
                </c:pt>
                <c:pt idx="227">
                  <c:v>240</c:v>
                </c:pt>
                <c:pt idx="228">
                  <c:v>241</c:v>
                </c:pt>
                <c:pt idx="229">
                  <c:v>242</c:v>
                </c:pt>
                <c:pt idx="230">
                  <c:v>244</c:v>
                </c:pt>
                <c:pt idx="231">
                  <c:v>245</c:v>
                </c:pt>
                <c:pt idx="232">
                  <c:v>246</c:v>
                </c:pt>
                <c:pt idx="233">
                  <c:v>247</c:v>
                </c:pt>
                <c:pt idx="234">
                  <c:v>248</c:v>
                </c:pt>
                <c:pt idx="235">
                  <c:v>249</c:v>
                </c:pt>
                <c:pt idx="236">
                  <c:v>250</c:v>
                </c:pt>
                <c:pt idx="237">
                  <c:v>252</c:v>
                </c:pt>
                <c:pt idx="238">
                  <c:v>253</c:v>
                </c:pt>
                <c:pt idx="239">
                  <c:v>254</c:v>
                </c:pt>
                <c:pt idx="240">
                  <c:v>255</c:v>
                </c:pt>
                <c:pt idx="241">
                  <c:v>256</c:v>
                </c:pt>
                <c:pt idx="242">
                  <c:v>257</c:v>
                </c:pt>
                <c:pt idx="243">
                  <c:v>259</c:v>
                </c:pt>
                <c:pt idx="244">
                  <c:v>261</c:v>
                </c:pt>
                <c:pt idx="245">
                  <c:v>262</c:v>
                </c:pt>
                <c:pt idx="246">
                  <c:v>263</c:v>
                </c:pt>
                <c:pt idx="247">
                  <c:v>264</c:v>
                </c:pt>
                <c:pt idx="248">
                  <c:v>265</c:v>
                </c:pt>
                <c:pt idx="249">
                  <c:v>266</c:v>
                </c:pt>
                <c:pt idx="250">
                  <c:v>268</c:v>
                </c:pt>
                <c:pt idx="251">
                  <c:v>269</c:v>
                </c:pt>
                <c:pt idx="252">
                  <c:v>270</c:v>
                </c:pt>
                <c:pt idx="253">
                  <c:v>271</c:v>
                </c:pt>
                <c:pt idx="254">
                  <c:v>273</c:v>
                </c:pt>
                <c:pt idx="255">
                  <c:v>275</c:v>
                </c:pt>
                <c:pt idx="256">
                  <c:v>276</c:v>
                </c:pt>
                <c:pt idx="257">
                  <c:v>277</c:v>
                </c:pt>
                <c:pt idx="258">
                  <c:v>278</c:v>
                </c:pt>
                <c:pt idx="259">
                  <c:v>279</c:v>
                </c:pt>
                <c:pt idx="260">
                  <c:v>280</c:v>
                </c:pt>
                <c:pt idx="261">
                  <c:v>281</c:v>
                </c:pt>
                <c:pt idx="262">
                  <c:v>283</c:v>
                </c:pt>
                <c:pt idx="263">
                  <c:v>285</c:v>
                </c:pt>
                <c:pt idx="264">
                  <c:v>286</c:v>
                </c:pt>
                <c:pt idx="265">
                  <c:v>288</c:v>
                </c:pt>
                <c:pt idx="266">
                  <c:v>289</c:v>
                </c:pt>
                <c:pt idx="267">
                  <c:v>294</c:v>
                </c:pt>
                <c:pt idx="268">
                  <c:v>295</c:v>
                </c:pt>
                <c:pt idx="269">
                  <c:v>296</c:v>
                </c:pt>
                <c:pt idx="270">
                  <c:v>299</c:v>
                </c:pt>
                <c:pt idx="271">
                  <c:v>300</c:v>
                </c:pt>
                <c:pt idx="272">
                  <c:v>301</c:v>
                </c:pt>
                <c:pt idx="273">
                  <c:v>303</c:v>
                </c:pt>
                <c:pt idx="274">
                  <c:v>304</c:v>
                </c:pt>
                <c:pt idx="275">
                  <c:v>305</c:v>
                </c:pt>
                <c:pt idx="276">
                  <c:v>306</c:v>
                </c:pt>
                <c:pt idx="277">
                  <c:v>307</c:v>
                </c:pt>
                <c:pt idx="278">
                  <c:v>308</c:v>
                </c:pt>
                <c:pt idx="279">
                  <c:v>309</c:v>
                </c:pt>
                <c:pt idx="280">
                  <c:v>312</c:v>
                </c:pt>
                <c:pt idx="281">
                  <c:v>313</c:v>
                </c:pt>
                <c:pt idx="282">
                  <c:v>315</c:v>
                </c:pt>
                <c:pt idx="283">
                  <c:v>317</c:v>
                </c:pt>
                <c:pt idx="284">
                  <c:v>319</c:v>
                </c:pt>
                <c:pt idx="285">
                  <c:v>320</c:v>
                </c:pt>
                <c:pt idx="286">
                  <c:v>321</c:v>
                </c:pt>
                <c:pt idx="287">
                  <c:v>322</c:v>
                </c:pt>
                <c:pt idx="288">
                  <c:v>325</c:v>
                </c:pt>
                <c:pt idx="289">
                  <c:v>326</c:v>
                </c:pt>
                <c:pt idx="290">
                  <c:v>328</c:v>
                </c:pt>
                <c:pt idx="291">
                  <c:v>329</c:v>
                </c:pt>
                <c:pt idx="292">
                  <c:v>331</c:v>
                </c:pt>
                <c:pt idx="293">
                  <c:v>332</c:v>
                </c:pt>
                <c:pt idx="294">
                  <c:v>333</c:v>
                </c:pt>
                <c:pt idx="295">
                  <c:v>335</c:v>
                </c:pt>
                <c:pt idx="296">
                  <c:v>336</c:v>
                </c:pt>
                <c:pt idx="297">
                  <c:v>337</c:v>
                </c:pt>
                <c:pt idx="298">
                  <c:v>338</c:v>
                </c:pt>
                <c:pt idx="299">
                  <c:v>339</c:v>
                </c:pt>
                <c:pt idx="300">
                  <c:v>340</c:v>
                </c:pt>
                <c:pt idx="301">
                  <c:v>342</c:v>
                </c:pt>
                <c:pt idx="302">
                  <c:v>344</c:v>
                </c:pt>
                <c:pt idx="303">
                  <c:v>348</c:v>
                </c:pt>
                <c:pt idx="304">
                  <c:v>349</c:v>
                </c:pt>
                <c:pt idx="305">
                  <c:v>350</c:v>
                </c:pt>
                <c:pt idx="306">
                  <c:v>351</c:v>
                </c:pt>
                <c:pt idx="307">
                  <c:v>353</c:v>
                </c:pt>
                <c:pt idx="308">
                  <c:v>354</c:v>
                </c:pt>
                <c:pt idx="309">
                  <c:v>357</c:v>
                </c:pt>
                <c:pt idx="310">
                  <c:v>358</c:v>
                </c:pt>
                <c:pt idx="311">
                  <c:v>361</c:v>
                </c:pt>
                <c:pt idx="312">
                  <c:v>362</c:v>
                </c:pt>
                <c:pt idx="313">
                  <c:v>363</c:v>
                </c:pt>
                <c:pt idx="314">
                  <c:v>366</c:v>
                </c:pt>
                <c:pt idx="315">
                  <c:v>368</c:v>
                </c:pt>
                <c:pt idx="316">
                  <c:v>370</c:v>
                </c:pt>
                <c:pt idx="317">
                  <c:v>372</c:v>
                </c:pt>
                <c:pt idx="318">
                  <c:v>374</c:v>
                </c:pt>
                <c:pt idx="319">
                  <c:v>376</c:v>
                </c:pt>
                <c:pt idx="320">
                  <c:v>379</c:v>
                </c:pt>
                <c:pt idx="321">
                  <c:v>384</c:v>
                </c:pt>
                <c:pt idx="322">
                  <c:v>385</c:v>
                </c:pt>
                <c:pt idx="323">
                  <c:v>391</c:v>
                </c:pt>
                <c:pt idx="324">
                  <c:v>392</c:v>
                </c:pt>
                <c:pt idx="325">
                  <c:v>394</c:v>
                </c:pt>
                <c:pt idx="326">
                  <c:v>395</c:v>
                </c:pt>
                <c:pt idx="327">
                  <c:v>396</c:v>
                </c:pt>
                <c:pt idx="328">
                  <c:v>397</c:v>
                </c:pt>
                <c:pt idx="329">
                  <c:v>398</c:v>
                </c:pt>
                <c:pt idx="330">
                  <c:v>406</c:v>
                </c:pt>
                <c:pt idx="331">
                  <c:v>408</c:v>
                </c:pt>
                <c:pt idx="332">
                  <c:v>413</c:v>
                </c:pt>
                <c:pt idx="333">
                  <c:v>414</c:v>
                </c:pt>
                <c:pt idx="334">
                  <c:v>415</c:v>
                </c:pt>
                <c:pt idx="335">
                  <c:v>416</c:v>
                </c:pt>
                <c:pt idx="336">
                  <c:v>419</c:v>
                </c:pt>
                <c:pt idx="337">
                  <c:v>420</c:v>
                </c:pt>
                <c:pt idx="338">
                  <c:v>432</c:v>
                </c:pt>
                <c:pt idx="339">
                  <c:v>434</c:v>
                </c:pt>
                <c:pt idx="340">
                  <c:v>438</c:v>
                </c:pt>
                <c:pt idx="341">
                  <c:v>444</c:v>
                </c:pt>
                <c:pt idx="342">
                  <c:v>447</c:v>
                </c:pt>
                <c:pt idx="343">
                  <c:v>448</c:v>
                </c:pt>
                <c:pt idx="344">
                  <c:v>449</c:v>
                </c:pt>
                <c:pt idx="345">
                  <c:v>450</c:v>
                </c:pt>
                <c:pt idx="346">
                  <c:v>453</c:v>
                </c:pt>
                <c:pt idx="347">
                  <c:v>456</c:v>
                </c:pt>
                <c:pt idx="348">
                  <c:v>457</c:v>
                </c:pt>
                <c:pt idx="349">
                  <c:v>458</c:v>
                </c:pt>
                <c:pt idx="350">
                  <c:v>460</c:v>
                </c:pt>
                <c:pt idx="351">
                  <c:v>461</c:v>
                </c:pt>
                <c:pt idx="352">
                  <c:v>466</c:v>
                </c:pt>
                <c:pt idx="353">
                  <c:v>467</c:v>
                </c:pt>
                <c:pt idx="354">
                  <c:v>468</c:v>
                </c:pt>
                <c:pt idx="355">
                  <c:v>475</c:v>
                </c:pt>
                <c:pt idx="356">
                  <c:v>476</c:v>
                </c:pt>
                <c:pt idx="357">
                  <c:v>478</c:v>
                </c:pt>
                <c:pt idx="358">
                  <c:v>484</c:v>
                </c:pt>
                <c:pt idx="359">
                  <c:v>489</c:v>
                </c:pt>
                <c:pt idx="360">
                  <c:v>497</c:v>
                </c:pt>
                <c:pt idx="361">
                  <c:v>500</c:v>
                </c:pt>
                <c:pt idx="362">
                  <c:v>501</c:v>
                </c:pt>
                <c:pt idx="363">
                  <c:v>505</c:v>
                </c:pt>
                <c:pt idx="364">
                  <c:v>508</c:v>
                </c:pt>
                <c:pt idx="365">
                  <c:v>509</c:v>
                </c:pt>
                <c:pt idx="366">
                  <c:v>510</c:v>
                </c:pt>
                <c:pt idx="367">
                  <c:v>511</c:v>
                </c:pt>
                <c:pt idx="368">
                  <c:v>517</c:v>
                </c:pt>
                <c:pt idx="369">
                  <c:v>518</c:v>
                </c:pt>
                <c:pt idx="370">
                  <c:v>531</c:v>
                </c:pt>
                <c:pt idx="371">
                  <c:v>537</c:v>
                </c:pt>
                <c:pt idx="372">
                  <c:v>544</c:v>
                </c:pt>
                <c:pt idx="373">
                  <c:v>545</c:v>
                </c:pt>
                <c:pt idx="374">
                  <c:v>548</c:v>
                </c:pt>
                <c:pt idx="375">
                  <c:v>564</c:v>
                </c:pt>
                <c:pt idx="376">
                  <c:v>566</c:v>
                </c:pt>
                <c:pt idx="377">
                  <c:v>570</c:v>
                </c:pt>
                <c:pt idx="378">
                  <c:v>583</c:v>
                </c:pt>
                <c:pt idx="379">
                  <c:v>597</c:v>
                </c:pt>
                <c:pt idx="380">
                  <c:v>598</c:v>
                </c:pt>
                <c:pt idx="381">
                  <c:v>605</c:v>
                </c:pt>
                <c:pt idx="382">
                  <c:v>609</c:v>
                </c:pt>
                <c:pt idx="383">
                  <c:v>612</c:v>
                </c:pt>
                <c:pt idx="384">
                  <c:v>617</c:v>
                </c:pt>
                <c:pt idx="385">
                  <c:v>621</c:v>
                </c:pt>
                <c:pt idx="386">
                  <c:v>627</c:v>
                </c:pt>
                <c:pt idx="387">
                  <c:v>652</c:v>
                </c:pt>
                <c:pt idx="388">
                  <c:v>663</c:v>
                </c:pt>
                <c:pt idx="389">
                  <c:v>674</c:v>
                </c:pt>
                <c:pt idx="390">
                  <c:v>678</c:v>
                </c:pt>
                <c:pt idx="391">
                  <c:v>690</c:v>
                </c:pt>
                <c:pt idx="392">
                  <c:v>697</c:v>
                </c:pt>
                <c:pt idx="393">
                  <c:v>698</c:v>
                </c:pt>
                <c:pt idx="394">
                  <c:v>702</c:v>
                </c:pt>
                <c:pt idx="395">
                  <c:v>714</c:v>
                </c:pt>
                <c:pt idx="396">
                  <c:v>724</c:v>
                </c:pt>
                <c:pt idx="397">
                  <c:v>735</c:v>
                </c:pt>
                <c:pt idx="398">
                  <c:v>739</c:v>
                </c:pt>
                <c:pt idx="399">
                  <c:v>743</c:v>
                </c:pt>
                <c:pt idx="400">
                  <c:v>746</c:v>
                </c:pt>
                <c:pt idx="401">
                  <c:v>752</c:v>
                </c:pt>
                <c:pt idx="402">
                  <c:v>757</c:v>
                </c:pt>
                <c:pt idx="403">
                  <c:v>758</c:v>
                </c:pt>
                <c:pt idx="404">
                  <c:v>764</c:v>
                </c:pt>
                <c:pt idx="405">
                  <c:v>768</c:v>
                </c:pt>
                <c:pt idx="406">
                  <c:v>784</c:v>
                </c:pt>
                <c:pt idx="407">
                  <c:v>788</c:v>
                </c:pt>
                <c:pt idx="408">
                  <c:v>790</c:v>
                </c:pt>
                <c:pt idx="409">
                  <c:v>797</c:v>
                </c:pt>
                <c:pt idx="410">
                  <c:v>812</c:v>
                </c:pt>
                <c:pt idx="411">
                  <c:v>816</c:v>
                </c:pt>
                <c:pt idx="412">
                  <c:v>827</c:v>
                </c:pt>
                <c:pt idx="413">
                  <c:v>853</c:v>
                </c:pt>
                <c:pt idx="414">
                  <c:v>864</c:v>
                </c:pt>
                <c:pt idx="415">
                  <c:v>888</c:v>
                </c:pt>
                <c:pt idx="416">
                  <c:v>893</c:v>
                </c:pt>
                <c:pt idx="417">
                  <c:v>911</c:v>
                </c:pt>
                <c:pt idx="418">
                  <c:v>929</c:v>
                </c:pt>
                <c:pt idx="419">
                  <c:v>948</c:v>
                </c:pt>
                <c:pt idx="420">
                  <c:v>950</c:v>
                </c:pt>
                <c:pt idx="421">
                  <c:v>957</c:v>
                </c:pt>
                <c:pt idx="422">
                  <c:v>965</c:v>
                </c:pt>
                <c:pt idx="423">
                  <c:v>1013</c:v>
                </c:pt>
                <c:pt idx="424">
                  <c:v>1023</c:v>
                </c:pt>
                <c:pt idx="425">
                  <c:v>1039</c:v>
                </c:pt>
                <c:pt idx="426">
                  <c:v>1045</c:v>
                </c:pt>
                <c:pt idx="427">
                  <c:v>1074</c:v>
                </c:pt>
                <c:pt idx="428">
                  <c:v>1084</c:v>
                </c:pt>
                <c:pt idx="429">
                  <c:v>1113</c:v>
                </c:pt>
                <c:pt idx="430">
                  <c:v>1167</c:v>
                </c:pt>
                <c:pt idx="431">
                  <c:v>1191</c:v>
                </c:pt>
                <c:pt idx="432">
                  <c:v>1291</c:v>
                </c:pt>
                <c:pt idx="433">
                  <c:v>1309</c:v>
                </c:pt>
                <c:pt idx="434">
                  <c:v>1369</c:v>
                </c:pt>
                <c:pt idx="435">
                  <c:v>1385</c:v>
                </c:pt>
                <c:pt idx="436">
                  <c:v>1447</c:v>
                </c:pt>
                <c:pt idx="437">
                  <c:v>1451</c:v>
                </c:pt>
                <c:pt idx="438">
                  <c:v>1459</c:v>
                </c:pt>
                <c:pt idx="439">
                  <c:v>1461</c:v>
                </c:pt>
                <c:pt idx="440">
                  <c:v>1542</c:v>
                </c:pt>
                <c:pt idx="441">
                  <c:v>1558</c:v>
                </c:pt>
                <c:pt idx="442">
                  <c:v>1559</c:v>
                </c:pt>
                <c:pt idx="443">
                  <c:v>1656</c:v>
                </c:pt>
                <c:pt idx="444">
                  <c:v>1702</c:v>
                </c:pt>
                <c:pt idx="445">
                  <c:v>1777</c:v>
                </c:pt>
                <c:pt idx="446">
                  <c:v>1789</c:v>
                </c:pt>
                <c:pt idx="447">
                  <c:v>1906</c:v>
                </c:pt>
                <c:pt idx="448">
                  <c:v>2182</c:v>
                </c:pt>
                <c:pt idx="449">
                  <c:v>2284</c:v>
                </c:pt>
                <c:pt idx="450">
                  <c:v>2697</c:v>
                </c:pt>
                <c:pt idx="451">
                  <c:v>2805</c:v>
                </c:pt>
                <c:pt idx="452">
                  <c:v>3306</c:v>
                </c:pt>
                <c:pt idx="453">
                  <c:v>3403</c:v>
                </c:pt>
                <c:pt idx="454">
                  <c:v>3546</c:v>
                </c:pt>
                <c:pt idx="455">
                  <c:v>3704</c:v>
                </c:pt>
                <c:pt idx="456">
                  <c:v>4110</c:v>
                </c:pt>
                <c:pt idx="457">
                  <c:v>4242</c:v>
                </c:pt>
                <c:pt idx="458">
                  <c:v>4372</c:v>
                </c:pt>
                <c:pt idx="459">
                  <c:v>5202</c:v>
                </c:pt>
              </c:numCache>
            </c:numRef>
          </c:cat>
          <c:val>
            <c:numRef>
              <c:f>node_degree!$A$3:$A$462</c:f>
              <c:numCache>
                <c:formatCode>General</c:formatCode>
                <c:ptCount val="460"/>
                <c:pt idx="0">
                  <c:v>215268</c:v>
                </c:pt>
                <c:pt idx="1">
                  <c:v>62067</c:v>
                </c:pt>
                <c:pt idx="2">
                  <c:v>28500</c:v>
                </c:pt>
                <c:pt idx="3">
                  <c:v>16269</c:v>
                </c:pt>
                <c:pt idx="4">
                  <c:v>10341</c:v>
                </c:pt>
                <c:pt idx="5">
                  <c:v>6981</c:v>
                </c:pt>
                <c:pt idx="6">
                  <c:v>5150</c:v>
                </c:pt>
                <c:pt idx="7">
                  <c:v>3821</c:v>
                </c:pt>
                <c:pt idx="8">
                  <c:v>3106</c:v>
                </c:pt>
                <c:pt idx="9">
                  <c:v>2382</c:v>
                </c:pt>
                <c:pt idx="10">
                  <c:v>1939</c:v>
                </c:pt>
                <c:pt idx="11">
                  <c:v>1611</c:v>
                </c:pt>
                <c:pt idx="12">
                  <c:v>1430</c:v>
                </c:pt>
                <c:pt idx="13">
                  <c:v>1094</c:v>
                </c:pt>
                <c:pt idx="14">
                  <c:v>1026</c:v>
                </c:pt>
                <c:pt idx="15">
                  <c:v>901</c:v>
                </c:pt>
                <c:pt idx="16">
                  <c:v>782</c:v>
                </c:pt>
                <c:pt idx="17">
                  <c:v>674</c:v>
                </c:pt>
                <c:pt idx="18">
                  <c:v>640</c:v>
                </c:pt>
                <c:pt idx="19">
                  <c:v>541</c:v>
                </c:pt>
                <c:pt idx="20">
                  <c:v>514</c:v>
                </c:pt>
                <c:pt idx="21">
                  <c:v>438</c:v>
                </c:pt>
                <c:pt idx="22">
                  <c:v>381</c:v>
                </c:pt>
                <c:pt idx="23">
                  <c:v>324</c:v>
                </c:pt>
                <c:pt idx="24">
                  <c:v>328</c:v>
                </c:pt>
                <c:pt idx="25">
                  <c:v>326</c:v>
                </c:pt>
                <c:pt idx="26">
                  <c:v>297</c:v>
                </c:pt>
                <c:pt idx="27">
                  <c:v>253</c:v>
                </c:pt>
                <c:pt idx="28">
                  <c:v>241</c:v>
                </c:pt>
                <c:pt idx="29">
                  <c:v>226</c:v>
                </c:pt>
                <c:pt idx="30">
                  <c:v>222</c:v>
                </c:pt>
                <c:pt idx="31">
                  <c:v>200</c:v>
                </c:pt>
                <c:pt idx="32">
                  <c:v>155</c:v>
                </c:pt>
                <c:pt idx="33">
                  <c:v>173</c:v>
                </c:pt>
                <c:pt idx="34">
                  <c:v>152</c:v>
                </c:pt>
                <c:pt idx="35">
                  <c:v>153</c:v>
                </c:pt>
                <c:pt idx="36">
                  <c:v>153</c:v>
                </c:pt>
                <c:pt idx="37">
                  <c:v>119</c:v>
                </c:pt>
                <c:pt idx="38">
                  <c:v>129</c:v>
                </c:pt>
                <c:pt idx="39">
                  <c:v>121</c:v>
                </c:pt>
                <c:pt idx="40">
                  <c:v>98</c:v>
                </c:pt>
                <c:pt idx="41">
                  <c:v>114</c:v>
                </c:pt>
                <c:pt idx="42">
                  <c:v>99</c:v>
                </c:pt>
                <c:pt idx="43">
                  <c:v>121</c:v>
                </c:pt>
                <c:pt idx="44">
                  <c:v>98</c:v>
                </c:pt>
                <c:pt idx="45">
                  <c:v>75</c:v>
                </c:pt>
                <c:pt idx="46">
                  <c:v>68</c:v>
                </c:pt>
                <c:pt idx="47">
                  <c:v>95</c:v>
                </c:pt>
                <c:pt idx="48">
                  <c:v>68</c:v>
                </c:pt>
                <c:pt idx="49">
                  <c:v>70</c:v>
                </c:pt>
                <c:pt idx="50">
                  <c:v>63</c:v>
                </c:pt>
                <c:pt idx="51">
                  <c:v>65</c:v>
                </c:pt>
                <c:pt idx="52">
                  <c:v>72</c:v>
                </c:pt>
                <c:pt idx="53">
                  <c:v>58</c:v>
                </c:pt>
                <c:pt idx="54">
                  <c:v>43</c:v>
                </c:pt>
                <c:pt idx="55">
                  <c:v>57</c:v>
                </c:pt>
                <c:pt idx="56">
                  <c:v>63</c:v>
                </c:pt>
                <c:pt idx="57">
                  <c:v>40</c:v>
                </c:pt>
                <c:pt idx="58">
                  <c:v>36</c:v>
                </c:pt>
                <c:pt idx="59">
                  <c:v>51</c:v>
                </c:pt>
                <c:pt idx="60">
                  <c:v>42</c:v>
                </c:pt>
                <c:pt idx="61">
                  <c:v>36</c:v>
                </c:pt>
                <c:pt idx="62">
                  <c:v>28</c:v>
                </c:pt>
                <c:pt idx="63">
                  <c:v>42</c:v>
                </c:pt>
                <c:pt idx="64">
                  <c:v>40</c:v>
                </c:pt>
                <c:pt idx="65">
                  <c:v>32</c:v>
                </c:pt>
                <c:pt idx="66">
                  <c:v>34</c:v>
                </c:pt>
                <c:pt idx="67">
                  <c:v>30</c:v>
                </c:pt>
                <c:pt idx="68">
                  <c:v>23</c:v>
                </c:pt>
                <c:pt idx="69">
                  <c:v>36</c:v>
                </c:pt>
                <c:pt idx="70">
                  <c:v>35</c:v>
                </c:pt>
                <c:pt idx="71">
                  <c:v>23</c:v>
                </c:pt>
                <c:pt idx="72">
                  <c:v>25</c:v>
                </c:pt>
                <c:pt idx="73">
                  <c:v>27</c:v>
                </c:pt>
                <c:pt idx="74">
                  <c:v>22</c:v>
                </c:pt>
                <c:pt idx="75">
                  <c:v>41</c:v>
                </c:pt>
                <c:pt idx="76">
                  <c:v>26</c:v>
                </c:pt>
                <c:pt idx="77">
                  <c:v>21</c:v>
                </c:pt>
                <c:pt idx="78">
                  <c:v>26</c:v>
                </c:pt>
                <c:pt idx="79">
                  <c:v>25</c:v>
                </c:pt>
                <c:pt idx="80">
                  <c:v>30</c:v>
                </c:pt>
                <c:pt idx="81">
                  <c:v>23</c:v>
                </c:pt>
                <c:pt idx="82">
                  <c:v>32</c:v>
                </c:pt>
                <c:pt idx="83">
                  <c:v>17</c:v>
                </c:pt>
                <c:pt idx="84">
                  <c:v>21</c:v>
                </c:pt>
                <c:pt idx="85">
                  <c:v>21</c:v>
                </c:pt>
                <c:pt idx="86">
                  <c:v>16</c:v>
                </c:pt>
                <c:pt idx="87">
                  <c:v>19</c:v>
                </c:pt>
                <c:pt idx="88">
                  <c:v>19</c:v>
                </c:pt>
                <c:pt idx="89">
                  <c:v>13</c:v>
                </c:pt>
                <c:pt idx="90">
                  <c:v>14</c:v>
                </c:pt>
                <c:pt idx="91">
                  <c:v>18</c:v>
                </c:pt>
                <c:pt idx="92">
                  <c:v>17</c:v>
                </c:pt>
                <c:pt idx="93">
                  <c:v>17</c:v>
                </c:pt>
                <c:pt idx="94">
                  <c:v>16</c:v>
                </c:pt>
                <c:pt idx="95">
                  <c:v>19</c:v>
                </c:pt>
                <c:pt idx="96">
                  <c:v>14</c:v>
                </c:pt>
                <c:pt idx="97">
                  <c:v>13</c:v>
                </c:pt>
                <c:pt idx="98">
                  <c:v>13</c:v>
                </c:pt>
                <c:pt idx="99">
                  <c:v>15</c:v>
                </c:pt>
                <c:pt idx="100">
                  <c:v>12</c:v>
                </c:pt>
                <c:pt idx="101">
                  <c:v>8</c:v>
                </c:pt>
                <c:pt idx="102">
                  <c:v>15</c:v>
                </c:pt>
                <c:pt idx="103">
                  <c:v>6</c:v>
                </c:pt>
                <c:pt idx="104">
                  <c:v>9</c:v>
                </c:pt>
                <c:pt idx="105">
                  <c:v>10</c:v>
                </c:pt>
                <c:pt idx="106">
                  <c:v>9</c:v>
                </c:pt>
                <c:pt idx="107">
                  <c:v>11</c:v>
                </c:pt>
                <c:pt idx="108">
                  <c:v>10</c:v>
                </c:pt>
                <c:pt idx="109">
                  <c:v>10</c:v>
                </c:pt>
                <c:pt idx="110">
                  <c:v>10</c:v>
                </c:pt>
                <c:pt idx="111">
                  <c:v>12</c:v>
                </c:pt>
                <c:pt idx="112">
                  <c:v>4</c:v>
                </c:pt>
                <c:pt idx="113">
                  <c:v>8</c:v>
                </c:pt>
                <c:pt idx="114">
                  <c:v>11</c:v>
                </c:pt>
                <c:pt idx="115">
                  <c:v>10</c:v>
                </c:pt>
                <c:pt idx="116">
                  <c:v>11</c:v>
                </c:pt>
                <c:pt idx="117">
                  <c:v>11</c:v>
                </c:pt>
                <c:pt idx="118">
                  <c:v>8</c:v>
                </c:pt>
                <c:pt idx="119">
                  <c:v>11</c:v>
                </c:pt>
                <c:pt idx="120">
                  <c:v>11</c:v>
                </c:pt>
                <c:pt idx="121">
                  <c:v>7</c:v>
                </c:pt>
                <c:pt idx="122">
                  <c:v>11</c:v>
                </c:pt>
                <c:pt idx="123">
                  <c:v>7</c:v>
                </c:pt>
                <c:pt idx="124">
                  <c:v>11</c:v>
                </c:pt>
                <c:pt idx="125">
                  <c:v>11</c:v>
                </c:pt>
                <c:pt idx="126">
                  <c:v>7</c:v>
                </c:pt>
                <c:pt idx="127">
                  <c:v>9</c:v>
                </c:pt>
                <c:pt idx="128">
                  <c:v>10</c:v>
                </c:pt>
                <c:pt idx="129">
                  <c:v>6</c:v>
                </c:pt>
                <c:pt idx="130">
                  <c:v>3</c:v>
                </c:pt>
                <c:pt idx="131">
                  <c:v>2</c:v>
                </c:pt>
                <c:pt idx="132">
                  <c:v>9</c:v>
                </c:pt>
                <c:pt idx="133">
                  <c:v>9</c:v>
                </c:pt>
                <c:pt idx="134">
                  <c:v>2</c:v>
                </c:pt>
                <c:pt idx="135">
                  <c:v>5</c:v>
                </c:pt>
                <c:pt idx="136">
                  <c:v>4</c:v>
                </c:pt>
                <c:pt idx="137">
                  <c:v>6</c:v>
                </c:pt>
                <c:pt idx="138">
                  <c:v>5</c:v>
                </c:pt>
                <c:pt idx="139">
                  <c:v>8</c:v>
                </c:pt>
                <c:pt idx="140">
                  <c:v>6</c:v>
                </c:pt>
                <c:pt idx="141">
                  <c:v>6</c:v>
                </c:pt>
                <c:pt idx="142">
                  <c:v>9</c:v>
                </c:pt>
                <c:pt idx="143">
                  <c:v>5</c:v>
                </c:pt>
                <c:pt idx="144">
                  <c:v>8</c:v>
                </c:pt>
                <c:pt idx="145">
                  <c:v>3</c:v>
                </c:pt>
                <c:pt idx="146">
                  <c:v>4</c:v>
                </c:pt>
                <c:pt idx="147">
                  <c:v>8</c:v>
                </c:pt>
                <c:pt idx="148">
                  <c:v>4</c:v>
                </c:pt>
                <c:pt idx="149">
                  <c:v>4</c:v>
                </c:pt>
                <c:pt idx="150">
                  <c:v>3</c:v>
                </c:pt>
                <c:pt idx="151">
                  <c:v>6</c:v>
                </c:pt>
                <c:pt idx="152">
                  <c:v>2</c:v>
                </c:pt>
                <c:pt idx="153">
                  <c:v>3</c:v>
                </c:pt>
                <c:pt idx="154">
                  <c:v>4</c:v>
                </c:pt>
                <c:pt idx="155">
                  <c:v>5</c:v>
                </c:pt>
                <c:pt idx="156">
                  <c:v>3</c:v>
                </c:pt>
                <c:pt idx="157">
                  <c:v>8</c:v>
                </c:pt>
                <c:pt idx="158">
                  <c:v>3</c:v>
                </c:pt>
                <c:pt idx="159">
                  <c:v>10</c:v>
                </c:pt>
                <c:pt idx="160">
                  <c:v>7</c:v>
                </c:pt>
                <c:pt idx="161">
                  <c:v>7</c:v>
                </c:pt>
                <c:pt idx="162">
                  <c:v>5</c:v>
                </c:pt>
                <c:pt idx="163">
                  <c:v>3</c:v>
                </c:pt>
                <c:pt idx="164">
                  <c:v>4</c:v>
                </c:pt>
                <c:pt idx="165">
                  <c:v>3</c:v>
                </c:pt>
                <c:pt idx="166">
                  <c:v>5</c:v>
                </c:pt>
                <c:pt idx="167">
                  <c:v>1</c:v>
                </c:pt>
                <c:pt idx="168">
                  <c:v>4</c:v>
                </c:pt>
                <c:pt idx="169">
                  <c:v>1</c:v>
                </c:pt>
                <c:pt idx="170">
                  <c:v>1</c:v>
                </c:pt>
                <c:pt idx="171">
                  <c:v>5</c:v>
                </c:pt>
                <c:pt idx="172">
                  <c:v>1</c:v>
                </c:pt>
                <c:pt idx="173">
                  <c:v>3</c:v>
                </c:pt>
                <c:pt idx="174">
                  <c:v>5</c:v>
                </c:pt>
                <c:pt idx="175">
                  <c:v>3</c:v>
                </c:pt>
                <c:pt idx="176">
                  <c:v>2</c:v>
                </c:pt>
                <c:pt idx="177">
                  <c:v>2</c:v>
                </c:pt>
                <c:pt idx="178">
                  <c:v>1</c:v>
                </c:pt>
                <c:pt idx="179">
                  <c:v>4</c:v>
                </c:pt>
                <c:pt idx="180">
                  <c:v>3</c:v>
                </c:pt>
                <c:pt idx="181">
                  <c:v>2</c:v>
                </c:pt>
                <c:pt idx="182">
                  <c:v>3</c:v>
                </c:pt>
                <c:pt idx="183">
                  <c:v>4</c:v>
                </c:pt>
                <c:pt idx="184">
                  <c:v>3</c:v>
                </c:pt>
                <c:pt idx="185">
                  <c:v>4</c:v>
                </c:pt>
                <c:pt idx="186">
                  <c:v>6</c:v>
                </c:pt>
                <c:pt idx="187">
                  <c:v>2</c:v>
                </c:pt>
                <c:pt idx="188">
                  <c:v>3</c:v>
                </c:pt>
                <c:pt idx="189">
                  <c:v>3</c:v>
                </c:pt>
                <c:pt idx="190">
                  <c:v>2</c:v>
                </c:pt>
                <c:pt idx="191">
                  <c:v>3</c:v>
                </c:pt>
                <c:pt idx="192">
                  <c:v>2</c:v>
                </c:pt>
                <c:pt idx="193">
                  <c:v>1</c:v>
                </c:pt>
                <c:pt idx="194">
                  <c:v>5</c:v>
                </c:pt>
                <c:pt idx="195">
                  <c:v>5</c:v>
                </c:pt>
                <c:pt idx="196">
                  <c:v>1</c:v>
                </c:pt>
                <c:pt idx="197">
                  <c:v>1</c:v>
                </c:pt>
                <c:pt idx="198">
                  <c:v>5</c:v>
                </c:pt>
                <c:pt idx="199">
                  <c:v>1</c:v>
                </c:pt>
                <c:pt idx="200">
                  <c:v>4</c:v>
                </c:pt>
                <c:pt idx="201">
                  <c:v>2</c:v>
                </c:pt>
                <c:pt idx="202">
                  <c:v>3</c:v>
                </c:pt>
                <c:pt idx="203">
                  <c:v>1</c:v>
                </c:pt>
                <c:pt idx="204">
                  <c:v>2</c:v>
                </c:pt>
                <c:pt idx="205">
                  <c:v>4</c:v>
                </c:pt>
                <c:pt idx="206">
                  <c:v>3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2</c:v>
                </c:pt>
                <c:pt idx="211">
                  <c:v>2</c:v>
                </c:pt>
                <c:pt idx="212">
                  <c:v>1</c:v>
                </c:pt>
                <c:pt idx="213">
                  <c:v>3</c:v>
                </c:pt>
                <c:pt idx="214">
                  <c:v>2</c:v>
                </c:pt>
                <c:pt idx="215">
                  <c:v>2</c:v>
                </c:pt>
                <c:pt idx="216">
                  <c:v>1</c:v>
                </c:pt>
                <c:pt idx="217">
                  <c:v>3</c:v>
                </c:pt>
                <c:pt idx="218">
                  <c:v>2</c:v>
                </c:pt>
                <c:pt idx="219">
                  <c:v>1</c:v>
                </c:pt>
                <c:pt idx="220">
                  <c:v>2</c:v>
                </c:pt>
                <c:pt idx="221">
                  <c:v>4</c:v>
                </c:pt>
                <c:pt idx="222">
                  <c:v>1</c:v>
                </c:pt>
                <c:pt idx="223">
                  <c:v>2</c:v>
                </c:pt>
                <c:pt idx="224">
                  <c:v>3</c:v>
                </c:pt>
                <c:pt idx="225">
                  <c:v>2</c:v>
                </c:pt>
                <c:pt idx="226">
                  <c:v>1</c:v>
                </c:pt>
                <c:pt idx="227">
                  <c:v>2</c:v>
                </c:pt>
                <c:pt idx="228">
                  <c:v>3</c:v>
                </c:pt>
                <c:pt idx="229">
                  <c:v>2</c:v>
                </c:pt>
                <c:pt idx="230">
                  <c:v>2</c:v>
                </c:pt>
                <c:pt idx="231">
                  <c:v>1</c:v>
                </c:pt>
                <c:pt idx="232">
                  <c:v>1</c:v>
                </c:pt>
                <c:pt idx="233">
                  <c:v>2</c:v>
                </c:pt>
                <c:pt idx="234">
                  <c:v>3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2</c:v>
                </c:pt>
                <c:pt idx="239">
                  <c:v>2</c:v>
                </c:pt>
                <c:pt idx="240">
                  <c:v>3</c:v>
                </c:pt>
                <c:pt idx="241">
                  <c:v>5</c:v>
                </c:pt>
                <c:pt idx="242">
                  <c:v>2</c:v>
                </c:pt>
                <c:pt idx="243">
                  <c:v>4</c:v>
                </c:pt>
                <c:pt idx="244">
                  <c:v>1</c:v>
                </c:pt>
                <c:pt idx="245">
                  <c:v>3</c:v>
                </c:pt>
                <c:pt idx="246">
                  <c:v>1</c:v>
                </c:pt>
                <c:pt idx="247">
                  <c:v>1</c:v>
                </c:pt>
                <c:pt idx="248">
                  <c:v>2</c:v>
                </c:pt>
                <c:pt idx="249">
                  <c:v>1</c:v>
                </c:pt>
                <c:pt idx="250">
                  <c:v>2</c:v>
                </c:pt>
                <c:pt idx="251">
                  <c:v>3</c:v>
                </c:pt>
                <c:pt idx="252">
                  <c:v>1</c:v>
                </c:pt>
                <c:pt idx="253">
                  <c:v>1</c:v>
                </c:pt>
                <c:pt idx="254">
                  <c:v>2</c:v>
                </c:pt>
                <c:pt idx="255">
                  <c:v>2</c:v>
                </c:pt>
                <c:pt idx="256">
                  <c:v>1</c:v>
                </c:pt>
                <c:pt idx="257">
                  <c:v>2</c:v>
                </c:pt>
                <c:pt idx="258">
                  <c:v>2</c:v>
                </c:pt>
                <c:pt idx="259">
                  <c:v>1</c:v>
                </c:pt>
                <c:pt idx="260">
                  <c:v>1</c:v>
                </c:pt>
                <c:pt idx="261">
                  <c:v>2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2</c:v>
                </c:pt>
                <c:pt idx="268">
                  <c:v>1</c:v>
                </c:pt>
                <c:pt idx="269">
                  <c:v>3</c:v>
                </c:pt>
                <c:pt idx="270">
                  <c:v>2</c:v>
                </c:pt>
                <c:pt idx="271">
                  <c:v>1</c:v>
                </c:pt>
                <c:pt idx="272">
                  <c:v>1</c:v>
                </c:pt>
                <c:pt idx="273">
                  <c:v>2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3</c:v>
                </c:pt>
                <c:pt idx="284">
                  <c:v>1</c:v>
                </c:pt>
                <c:pt idx="285">
                  <c:v>2</c:v>
                </c:pt>
                <c:pt idx="286">
                  <c:v>2</c:v>
                </c:pt>
                <c:pt idx="287">
                  <c:v>2</c:v>
                </c:pt>
                <c:pt idx="288">
                  <c:v>2</c:v>
                </c:pt>
                <c:pt idx="289">
                  <c:v>2</c:v>
                </c:pt>
                <c:pt idx="290">
                  <c:v>1</c:v>
                </c:pt>
                <c:pt idx="291">
                  <c:v>2</c:v>
                </c:pt>
                <c:pt idx="292">
                  <c:v>1</c:v>
                </c:pt>
                <c:pt idx="293">
                  <c:v>3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2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2</c:v>
                </c:pt>
                <c:pt idx="306">
                  <c:v>2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1</c:v>
                </c:pt>
                <c:pt idx="314">
                  <c:v>3</c:v>
                </c:pt>
                <c:pt idx="315">
                  <c:v>1</c:v>
                </c:pt>
                <c:pt idx="316">
                  <c:v>1</c:v>
                </c:pt>
                <c:pt idx="317">
                  <c:v>2</c:v>
                </c:pt>
                <c:pt idx="318">
                  <c:v>2</c:v>
                </c:pt>
                <c:pt idx="319">
                  <c:v>1</c:v>
                </c:pt>
                <c:pt idx="320">
                  <c:v>1</c:v>
                </c:pt>
                <c:pt idx="321">
                  <c:v>1</c:v>
                </c:pt>
                <c:pt idx="322">
                  <c:v>2</c:v>
                </c:pt>
                <c:pt idx="323">
                  <c:v>1</c:v>
                </c:pt>
                <c:pt idx="324">
                  <c:v>1</c:v>
                </c:pt>
                <c:pt idx="325">
                  <c:v>2</c:v>
                </c:pt>
                <c:pt idx="326">
                  <c:v>1</c:v>
                </c:pt>
                <c:pt idx="327">
                  <c:v>1</c:v>
                </c:pt>
                <c:pt idx="328">
                  <c:v>2</c:v>
                </c:pt>
                <c:pt idx="329">
                  <c:v>1</c:v>
                </c:pt>
                <c:pt idx="330">
                  <c:v>1</c:v>
                </c:pt>
                <c:pt idx="331">
                  <c:v>2</c:v>
                </c:pt>
                <c:pt idx="332">
                  <c:v>1</c:v>
                </c:pt>
                <c:pt idx="333">
                  <c:v>1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2</c:v>
                </c:pt>
                <c:pt idx="341">
                  <c:v>1</c:v>
                </c:pt>
                <c:pt idx="342">
                  <c:v>2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2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1</c:v>
                </c:pt>
                <c:pt idx="353">
                  <c:v>2</c:v>
                </c:pt>
                <c:pt idx="354">
                  <c:v>1</c:v>
                </c:pt>
                <c:pt idx="355">
                  <c:v>1</c:v>
                </c:pt>
                <c:pt idx="356">
                  <c:v>1</c:v>
                </c:pt>
                <c:pt idx="357">
                  <c:v>1</c:v>
                </c:pt>
                <c:pt idx="358">
                  <c:v>1</c:v>
                </c:pt>
                <c:pt idx="359">
                  <c:v>1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1</c:v>
                </c:pt>
                <c:pt idx="366">
                  <c:v>1</c:v>
                </c:pt>
                <c:pt idx="367">
                  <c:v>1</c:v>
                </c:pt>
                <c:pt idx="368">
                  <c:v>1</c:v>
                </c:pt>
                <c:pt idx="369">
                  <c:v>1</c:v>
                </c:pt>
                <c:pt idx="370">
                  <c:v>2</c:v>
                </c:pt>
                <c:pt idx="371">
                  <c:v>1</c:v>
                </c:pt>
                <c:pt idx="372">
                  <c:v>1</c:v>
                </c:pt>
                <c:pt idx="373">
                  <c:v>1</c:v>
                </c:pt>
                <c:pt idx="374">
                  <c:v>1</c:v>
                </c:pt>
                <c:pt idx="375">
                  <c:v>1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1</c:v>
                </c:pt>
                <c:pt idx="380">
                  <c:v>1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1</c:v>
                </c:pt>
                <c:pt idx="385">
                  <c:v>1</c:v>
                </c:pt>
                <c:pt idx="386">
                  <c:v>1</c:v>
                </c:pt>
                <c:pt idx="387">
                  <c:v>2</c:v>
                </c:pt>
                <c:pt idx="388">
                  <c:v>1</c:v>
                </c:pt>
                <c:pt idx="389">
                  <c:v>1</c:v>
                </c:pt>
                <c:pt idx="390">
                  <c:v>1</c:v>
                </c:pt>
                <c:pt idx="391">
                  <c:v>1</c:v>
                </c:pt>
                <c:pt idx="392">
                  <c:v>1</c:v>
                </c:pt>
                <c:pt idx="393">
                  <c:v>1</c:v>
                </c:pt>
                <c:pt idx="394">
                  <c:v>1</c:v>
                </c:pt>
                <c:pt idx="395">
                  <c:v>1</c:v>
                </c:pt>
                <c:pt idx="396">
                  <c:v>1</c:v>
                </c:pt>
                <c:pt idx="397">
                  <c:v>1</c:v>
                </c:pt>
                <c:pt idx="398">
                  <c:v>1</c:v>
                </c:pt>
                <c:pt idx="399">
                  <c:v>1</c:v>
                </c:pt>
                <c:pt idx="400">
                  <c:v>1</c:v>
                </c:pt>
                <c:pt idx="401">
                  <c:v>1</c:v>
                </c:pt>
                <c:pt idx="402">
                  <c:v>1</c:v>
                </c:pt>
                <c:pt idx="403">
                  <c:v>1</c:v>
                </c:pt>
                <c:pt idx="404">
                  <c:v>2</c:v>
                </c:pt>
                <c:pt idx="405">
                  <c:v>1</c:v>
                </c:pt>
                <c:pt idx="406">
                  <c:v>2</c:v>
                </c:pt>
                <c:pt idx="407">
                  <c:v>1</c:v>
                </c:pt>
                <c:pt idx="408">
                  <c:v>1</c:v>
                </c:pt>
                <c:pt idx="409">
                  <c:v>1</c:v>
                </c:pt>
                <c:pt idx="410">
                  <c:v>1</c:v>
                </c:pt>
                <c:pt idx="411">
                  <c:v>1</c:v>
                </c:pt>
                <c:pt idx="412">
                  <c:v>2</c:v>
                </c:pt>
                <c:pt idx="413">
                  <c:v>1</c:v>
                </c:pt>
                <c:pt idx="414">
                  <c:v>1</c:v>
                </c:pt>
                <c:pt idx="415">
                  <c:v>1</c:v>
                </c:pt>
                <c:pt idx="416">
                  <c:v>1</c:v>
                </c:pt>
                <c:pt idx="417">
                  <c:v>1</c:v>
                </c:pt>
                <c:pt idx="418">
                  <c:v>1</c:v>
                </c:pt>
                <c:pt idx="419">
                  <c:v>1</c:v>
                </c:pt>
                <c:pt idx="420">
                  <c:v>1</c:v>
                </c:pt>
                <c:pt idx="421">
                  <c:v>1</c:v>
                </c:pt>
                <c:pt idx="422">
                  <c:v>1</c:v>
                </c:pt>
                <c:pt idx="423">
                  <c:v>1</c:v>
                </c:pt>
                <c:pt idx="424">
                  <c:v>1</c:v>
                </c:pt>
                <c:pt idx="425">
                  <c:v>1</c:v>
                </c:pt>
                <c:pt idx="426">
                  <c:v>1</c:v>
                </c:pt>
                <c:pt idx="427">
                  <c:v>1</c:v>
                </c:pt>
                <c:pt idx="428">
                  <c:v>1</c:v>
                </c:pt>
                <c:pt idx="429">
                  <c:v>1</c:v>
                </c:pt>
                <c:pt idx="430">
                  <c:v>1</c:v>
                </c:pt>
                <c:pt idx="431">
                  <c:v>1</c:v>
                </c:pt>
                <c:pt idx="432">
                  <c:v>1</c:v>
                </c:pt>
                <c:pt idx="433">
                  <c:v>1</c:v>
                </c:pt>
                <c:pt idx="434">
                  <c:v>1</c:v>
                </c:pt>
                <c:pt idx="435">
                  <c:v>1</c:v>
                </c:pt>
                <c:pt idx="436">
                  <c:v>1</c:v>
                </c:pt>
                <c:pt idx="437">
                  <c:v>1</c:v>
                </c:pt>
                <c:pt idx="438">
                  <c:v>1</c:v>
                </c:pt>
                <c:pt idx="439">
                  <c:v>1</c:v>
                </c:pt>
                <c:pt idx="440">
                  <c:v>1</c:v>
                </c:pt>
                <c:pt idx="441">
                  <c:v>1</c:v>
                </c:pt>
                <c:pt idx="442">
                  <c:v>1</c:v>
                </c:pt>
                <c:pt idx="443">
                  <c:v>1</c:v>
                </c:pt>
                <c:pt idx="444">
                  <c:v>1</c:v>
                </c:pt>
                <c:pt idx="445">
                  <c:v>1</c:v>
                </c:pt>
                <c:pt idx="446">
                  <c:v>1</c:v>
                </c:pt>
                <c:pt idx="447">
                  <c:v>1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D2-4901-AE9F-965DF13903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30332656"/>
        <c:axId val="430335280"/>
      </c:barChart>
      <c:catAx>
        <c:axId val="4303326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Degree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335280"/>
        <c:crosses val="autoZero"/>
        <c:auto val="1"/>
        <c:lblAlgn val="ctr"/>
        <c:lblOffset val="100"/>
        <c:noMultiLvlLbl val="0"/>
      </c:catAx>
      <c:valAx>
        <c:axId val="430335280"/>
        <c:scaling>
          <c:logBase val="10"/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Number of nodes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332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 sz="1100" b="1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 (Jan26-29, 2021)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/>
          <a:lstStyle/>
          <a:p>
            <a:r>
              <a:rPr lang="en-US" b="1" dirty="0"/>
              <a:t>Ahuti Shrestha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536E-A559-4A95-9222-F7FD2C92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237"/>
          </a:xfrm>
        </p:spPr>
        <p:txBody>
          <a:bodyPr/>
          <a:lstStyle/>
          <a:p>
            <a:r>
              <a:rPr lang="en-US" b="1" dirty="0"/>
              <a:t>Worked on Stack Overflow Data 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0C40-2720-4AFA-9E28-1E0ACFA4C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36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Nodes with self loops were removed(accepted answers answered by the question owner).</a:t>
            </a:r>
          </a:p>
          <a:p>
            <a:r>
              <a:rPr lang="en-US" dirty="0"/>
              <a:t>Total number of nodes and edges:</a:t>
            </a:r>
          </a:p>
          <a:p>
            <a:pPr lvl="1"/>
            <a:r>
              <a:rPr lang="en-US" dirty="0"/>
              <a:t>Nodes =392,010           Edges =769,517</a:t>
            </a:r>
          </a:p>
          <a:p>
            <a:r>
              <a:rPr lang="en-US" dirty="0"/>
              <a:t>Total number of nodes and edges after removing nodes with self loops:</a:t>
            </a:r>
          </a:p>
          <a:p>
            <a:pPr lvl="1"/>
            <a:r>
              <a:rPr lang="en-US" dirty="0"/>
              <a:t>Nodes =372,787           Edges =708,514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973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536E-A559-4A95-9222-F7FD2C92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237"/>
          </a:xfrm>
        </p:spPr>
        <p:txBody>
          <a:bodyPr/>
          <a:lstStyle/>
          <a:p>
            <a:r>
              <a:rPr lang="en-US" b="1" dirty="0"/>
              <a:t>Worked on Stack Overflow Data Set (Contd..)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0C40-2720-4AFA-9E28-1E0ACFA4C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36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Out-degrees and In-degrees were calculated:</a:t>
            </a:r>
          </a:p>
          <a:p>
            <a:pPr lvl="1"/>
            <a:r>
              <a:rPr lang="en-US" dirty="0"/>
              <a:t>Top 10 accepted answer user ids and question user ids based on In-degree and Out-degree counts, respectively.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7DA721-025C-4A3B-87AE-BB4297777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551960"/>
              </p:ext>
            </p:extLst>
          </p:nvPr>
        </p:nvGraphicFramePr>
        <p:xfrm>
          <a:off x="1338941" y="2520695"/>
          <a:ext cx="3570516" cy="3873940"/>
        </p:xfrm>
        <a:graphic>
          <a:graphicData uri="http://schemas.openxmlformats.org/drawingml/2006/table">
            <a:tbl>
              <a:tblPr/>
              <a:tblGrid>
                <a:gridCol w="381003">
                  <a:extLst>
                    <a:ext uri="{9D8B030D-6E8A-4147-A177-3AD203B41FA5}">
                      <a16:colId xmlns:a16="http://schemas.microsoft.com/office/drawing/2014/main" val="3201971980"/>
                    </a:ext>
                  </a:extLst>
                </a:gridCol>
                <a:gridCol w="1937657">
                  <a:extLst>
                    <a:ext uri="{9D8B030D-6E8A-4147-A177-3AD203B41FA5}">
                      <a16:colId xmlns:a16="http://schemas.microsoft.com/office/drawing/2014/main" val="3713737403"/>
                    </a:ext>
                  </a:extLst>
                </a:gridCol>
                <a:gridCol w="1251856">
                  <a:extLst>
                    <a:ext uri="{9D8B030D-6E8A-4147-A177-3AD203B41FA5}">
                      <a16:colId xmlns:a16="http://schemas.microsoft.com/office/drawing/2014/main" val="1718522861"/>
                    </a:ext>
                  </a:extLst>
                </a:gridCol>
              </a:tblGrid>
              <a:tr h="361180"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Accepted answer user 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degree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78537"/>
                  </a:ext>
                </a:extLst>
              </a:tr>
              <a:tr h="325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22656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2301407"/>
                  </a:ext>
                </a:extLst>
              </a:tr>
              <a:tr h="325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992484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529506"/>
                  </a:ext>
                </a:extLst>
              </a:tr>
              <a:tr h="325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139985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4239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773427"/>
                  </a:ext>
                </a:extLst>
              </a:tr>
              <a:tr h="325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571407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4106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855109"/>
                  </a:ext>
                </a:extLst>
              </a:tr>
              <a:tr h="325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57695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3681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557708"/>
                  </a:ext>
                </a:extLst>
              </a:tr>
              <a:tr h="325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131872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162924"/>
                  </a:ext>
                </a:extLst>
              </a:tr>
              <a:tr h="325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522444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3397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873979"/>
                  </a:ext>
                </a:extLst>
              </a:tr>
              <a:tr h="325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1221571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0047786"/>
                  </a:ext>
                </a:extLst>
              </a:tr>
              <a:tr h="325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157882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0766285"/>
                  </a:ext>
                </a:extLst>
              </a:tr>
              <a:tr h="325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207421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2697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0852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93ACCE-600B-4C86-BA29-C586B6C23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941342"/>
              </p:ext>
            </p:extLst>
          </p:nvPr>
        </p:nvGraphicFramePr>
        <p:xfrm>
          <a:off x="5649684" y="2520695"/>
          <a:ext cx="3559631" cy="3884598"/>
        </p:xfrm>
        <a:graphic>
          <a:graphicData uri="http://schemas.openxmlformats.org/drawingml/2006/table">
            <a:tbl>
              <a:tblPr/>
              <a:tblGrid>
                <a:gridCol w="435430">
                  <a:extLst>
                    <a:ext uri="{9D8B030D-6E8A-4147-A177-3AD203B41FA5}">
                      <a16:colId xmlns:a16="http://schemas.microsoft.com/office/drawing/2014/main" val="1572383108"/>
                    </a:ext>
                  </a:extLst>
                </a:gridCol>
                <a:gridCol w="1915886">
                  <a:extLst>
                    <a:ext uri="{9D8B030D-6E8A-4147-A177-3AD203B41FA5}">
                      <a16:colId xmlns:a16="http://schemas.microsoft.com/office/drawing/2014/main" val="774599762"/>
                    </a:ext>
                  </a:extLst>
                </a:gridCol>
                <a:gridCol w="1208315">
                  <a:extLst>
                    <a:ext uri="{9D8B030D-6E8A-4147-A177-3AD203B41FA5}">
                      <a16:colId xmlns:a16="http://schemas.microsoft.com/office/drawing/2014/main" val="1129518472"/>
                    </a:ext>
                  </a:extLst>
                </a:gridCol>
              </a:tblGrid>
              <a:tr h="647048"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Question  user 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 degree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337394"/>
                  </a:ext>
                </a:extLst>
              </a:tr>
              <a:tr h="3237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1194415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602992"/>
                  </a:ext>
                </a:extLst>
              </a:tr>
              <a:tr h="3237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892029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104052"/>
                  </a:ext>
                </a:extLst>
              </a:tr>
              <a:tr h="3237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785349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247619"/>
                  </a:ext>
                </a:extLst>
              </a:tr>
              <a:tr h="3237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2674303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341760"/>
                  </a:ext>
                </a:extLst>
              </a:tr>
              <a:tr h="3237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1103606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562501"/>
                  </a:ext>
                </a:extLst>
              </a:tr>
              <a:tr h="3237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1833945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780137"/>
                  </a:ext>
                </a:extLst>
              </a:tr>
              <a:tr h="3237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470184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86116"/>
                  </a:ext>
                </a:extLst>
              </a:tr>
              <a:tr h="3237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2786156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09315"/>
                  </a:ext>
                </a:extLst>
              </a:tr>
              <a:tr h="3237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853836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663650"/>
                  </a:ext>
                </a:extLst>
              </a:tr>
              <a:tr h="3237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1379286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856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16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536E-A559-4A95-9222-F7FD2C92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237"/>
          </a:xfrm>
        </p:spPr>
        <p:txBody>
          <a:bodyPr/>
          <a:lstStyle/>
          <a:p>
            <a:r>
              <a:rPr lang="en-US" b="1" dirty="0"/>
              <a:t>Worked on Stack Overflow Data Set (Contd..)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0C40-2720-4AFA-9E28-1E0ACFA4C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36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User id with maximum degree is 22656 with 5202 degrees.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54D64A3-1367-4715-8AF5-737C60F8E2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0508419"/>
              </p:ext>
            </p:extLst>
          </p:nvPr>
        </p:nvGraphicFramePr>
        <p:xfrm>
          <a:off x="293914" y="1789599"/>
          <a:ext cx="11484429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71013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536E-A559-4A95-9222-F7FD2C92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237"/>
          </a:xfrm>
        </p:spPr>
        <p:txBody>
          <a:bodyPr/>
          <a:lstStyle/>
          <a:p>
            <a:r>
              <a:rPr lang="en-US" b="1" dirty="0"/>
              <a:t>Worked on Stack Overflow Data Set (Contd..)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0C40-2720-4AFA-9E28-1E0ACFA4C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36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Maximum strongly connected component</a:t>
            </a:r>
          </a:p>
          <a:p>
            <a:pPr lvl="1"/>
            <a:r>
              <a:rPr lang="en-US" dirty="0"/>
              <a:t>Nodes: 7300</a:t>
            </a:r>
          </a:p>
          <a:p>
            <a:pPr lvl="1"/>
            <a:r>
              <a:rPr lang="en-US"/>
              <a:t>Edges: 34108</a:t>
            </a:r>
            <a:endParaRPr lang="en-US" dirty="0"/>
          </a:p>
          <a:p>
            <a:pPr lvl="1"/>
            <a:r>
              <a:rPr lang="en-US" dirty="0"/>
              <a:t>Number: 1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6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218</Words>
  <Application>Microsoft Office PowerPoint</Application>
  <PresentationFormat>Widescreen</PresentationFormat>
  <Paragraphs>85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MS Project Weekly Report (Jan26-29, 2021)</vt:lpstr>
      <vt:lpstr>Worked on Stack Overflow Data Set</vt:lpstr>
      <vt:lpstr>Worked on Stack Overflow Data Set (Contd..)</vt:lpstr>
      <vt:lpstr>Worked on Stack Overflow Data Set (Contd..)</vt:lpstr>
      <vt:lpstr>Worked on Stack Overflow Data Set (Contd..)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34</cp:revision>
  <dcterms:created xsi:type="dcterms:W3CDTF">2020-07-31T22:36:01Z</dcterms:created>
  <dcterms:modified xsi:type="dcterms:W3CDTF">2021-02-01T14:45:36Z</dcterms:modified>
</cp:coreProperties>
</file>