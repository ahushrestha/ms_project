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/>
              <a:t>March 15, 2021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302D-6386-40A5-B9E3-C355897B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Overflow Data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2F6610-8C0D-435B-924E-D4D49892EA62}"/>
              </a:ext>
            </a:extLst>
          </p:cNvPr>
          <p:cNvSpPr txBox="1">
            <a:spLocks/>
          </p:cNvSpPr>
          <p:nvPr/>
        </p:nvSpPr>
        <p:spPr>
          <a:xfrm>
            <a:off x="979715" y="1798523"/>
            <a:ext cx="9884229" cy="456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Node Betweenness Centrality computation using Neo4j</a:t>
            </a:r>
          </a:p>
          <a:p>
            <a:pPr lvl="1"/>
            <a:r>
              <a:rPr lang="en-US" sz="2800" dirty="0"/>
              <a:t>It worked well on sample data. Now working on the whole data set.</a:t>
            </a:r>
          </a:p>
          <a:p>
            <a:r>
              <a:rPr lang="en-US" sz="3600" dirty="0"/>
              <a:t>Still facing issues to import python packages in server.</a:t>
            </a:r>
          </a:p>
          <a:p>
            <a:pPr lvl="1"/>
            <a:r>
              <a:rPr lang="en-US" sz="3200" i="1" dirty="0"/>
              <a:t>pip list </a:t>
            </a:r>
            <a:r>
              <a:rPr lang="en-US" sz="3200" dirty="0"/>
              <a:t>shows the list of required python packages, but while importing those packages, its still showing ‘</a:t>
            </a:r>
            <a:r>
              <a:rPr lang="en-US" sz="3200" i="1" dirty="0"/>
              <a:t>No module found</a:t>
            </a:r>
            <a:r>
              <a:rPr lang="en-US" sz="3200" dirty="0"/>
              <a:t>’ error message</a:t>
            </a:r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16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3465</TotalTime>
  <Words>71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MS Project Weekly Report</vt:lpstr>
      <vt:lpstr>Stack Overflow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56</cp:revision>
  <dcterms:created xsi:type="dcterms:W3CDTF">2020-07-31T22:36:01Z</dcterms:created>
  <dcterms:modified xsi:type="dcterms:W3CDTF">2021-03-15T03:27:37Z</dcterms:modified>
</cp:coreProperties>
</file>