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71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9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21A3A-3CE2-4BF6-BD13-F4C598001F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5DA4F7-0BE2-4896-A655-001AEACCB0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595567-F25E-4BBB-84A2-D79371222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AC3F66-0AED-431C-8A2E-E3FAF153C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B7C02-356A-42CE-8F0B-D0A0A9E49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492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AB4B6-B57A-4EFF-B1E6-DAE5ACA3C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40091-5A6C-4DD6-866B-1AC2EEC7D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DC5EF3-DE3E-480F-AA4F-5A9C45AE5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7483CE-20A6-4A15-AA3D-6B2272873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21F69-FF80-4E71-A494-111A2DC25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375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2B2F-CBCB-4416-8F06-5CD7BABE3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7595B2-0709-409C-9E3F-3CA8CA32E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0A9023-AB0A-4CD7-83DE-2859EADFE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07458-4740-4FD7-81E1-1994D6E18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43F4E2-12CC-425F-AAFE-F2FA65669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61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82FF1-0EB3-446C-A605-D761FE84E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E6760D-12AB-4380-88BA-F20B978669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7C62F5-28AD-465B-8A2D-B63CADAF99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6783F9-867B-43C0-849F-22D8364D3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CB1F6B-79E3-4E4F-ACA3-03C46E19E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22B95B-1F93-42FC-B779-FA3C9E34A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135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2AAC0-5786-4C58-A407-CE5C24DAB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6E1F14-EC28-4E2B-AD04-B3A009797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600D25-3949-4D3C-B87E-D3B0FE264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C8C9AE-FFB0-4134-934C-2FFD33E759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C65617-5110-40B7-BE71-DB48E1FBAE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EBE0D-0C30-412F-B465-35CE839C8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87867C-3E2F-4BE3-ADDD-834082D40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D2C5FF-3795-4A56-9D31-F0AD908AC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930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D40EA-E05A-44A6-A383-145DFA26A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F50C0C-E404-4FF2-9C75-84C0477D3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CA4118-B82B-436F-941F-3CCEB3C66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00FBD8-ED56-4723-BE21-196CC7026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309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124DB1-A799-47AB-BFC5-C41F4D603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4B5072-07AD-4555-85DC-D5190800B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2A21E-38A8-4350-82A4-D36EBAF6A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304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3FC3D-18F8-4727-8C15-B49C6DDC5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4096F-53FA-4BEE-803E-03538D2AB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F60BAD-9828-4DBD-97D1-930D000940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48E030-DFCC-499C-89A5-6B28D2270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3BD4A9-7A11-4DEA-8F97-09FA39CB1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92B693-7CC8-414F-B46C-65AE0C2A7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479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C129D-AA56-4735-A592-1ABA66F87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2DD889-33BE-48AF-A51C-930109580E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98FDA9-912D-4B69-AEFF-7C5BACEBA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BB88E1-DEA6-44F3-B82A-999B287EC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A35F78-F3FD-4AA6-AA0F-46564579A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98CF86-4C63-4BD7-8314-A9E7B667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191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5B5B4-4BDB-4D6A-857F-33FCD8D5D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2706DF-86AA-4F97-9C91-0E2B806F98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253EB-FD09-4A9A-8EE7-EFD9D4413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5934E-6DF1-4708-8AC9-D9C5B4720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683429-C81B-4024-9B0C-60BBBEF3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248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39D73F-7759-439E-BD9A-EA99EEB183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40B194-AF00-465E-B47C-D8D7B3EFAB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4250F-86DD-4777-A817-740E8327C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7BD4CA-A74F-4CCC-AB2B-A440EAA53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9AF8A-FACB-4978-B692-6BB1FD12D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624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CBF95-4912-4E4A-BE38-2850F0E74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69EF1B-73BF-443B-8D36-06CC740E59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A9964-9062-42FF-9FD0-EFC2C6428D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BA7825-15F0-4115-81F3-F440675DB718}" type="datetimeFigureOut">
              <a:rPr lang="en-US" smtClean="0"/>
              <a:t>7/13/2021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DAF8ED-7981-4786-9E14-B2ED3D295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BBDEA-6199-4665-8A19-91DEED4B4D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EFE414-B622-40FF-AD59-774D366BF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73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09BC-9621-4EE9-AFC1-63F9869D1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687637"/>
          </a:xfrm>
        </p:spPr>
        <p:txBody>
          <a:bodyPr>
            <a:normAutofit/>
          </a:bodyPr>
          <a:lstStyle/>
          <a:p>
            <a:r>
              <a:rPr lang="en-US" b="1" dirty="0"/>
              <a:t>MS Project</a:t>
            </a:r>
            <a:br>
              <a:rPr lang="en-US" b="1" dirty="0"/>
            </a:br>
            <a:r>
              <a:rPr lang="en-US" sz="4000" b="1" dirty="0"/>
              <a:t>Weekly Report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8A477B-3CB2-4A2A-889C-25E5F099AC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697819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Ahuti Shrestha</a:t>
            </a:r>
          </a:p>
          <a:p>
            <a:r>
              <a:rPr lang="en-US" b="1" dirty="0"/>
              <a:t>July 13, 2021</a:t>
            </a:r>
          </a:p>
        </p:txBody>
      </p:sp>
    </p:spTree>
    <p:extLst>
      <p:ext uri="{BB962C8B-B14F-4D97-AF65-F5344CB8AC3E}">
        <p14:creationId xmlns:p14="http://schemas.microsoft.com/office/powerpoint/2010/main" val="1690602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C4FA5-4A4A-43A9-ADEE-426C104B1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343" y="391886"/>
            <a:ext cx="10515600" cy="63681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800" dirty="0"/>
              <a:t>Preprocessing text data</a:t>
            </a:r>
          </a:p>
          <a:p>
            <a:r>
              <a:rPr lang="en-US" dirty="0"/>
              <a:t>I have completed the following steps:</a:t>
            </a:r>
          </a:p>
          <a:p>
            <a:pPr lvl="1"/>
            <a:r>
              <a:rPr lang="en-US" dirty="0"/>
              <a:t>Removal of html tags and stop words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9" name="Content Placeholder 7">
            <a:extLst>
              <a:ext uri="{FF2B5EF4-FFF2-40B4-BE49-F238E27FC236}">
                <a16:creationId xmlns:a16="http://schemas.microsoft.com/office/drawing/2014/main" id="{D67AAE7C-5B62-4842-9406-34106B0BF8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53824560"/>
              </p:ext>
            </p:extLst>
          </p:nvPr>
        </p:nvGraphicFramePr>
        <p:xfrm>
          <a:off x="408214" y="2326367"/>
          <a:ext cx="11375571" cy="3802290"/>
        </p:xfrm>
        <a:graphic>
          <a:graphicData uri="http://schemas.openxmlformats.org/drawingml/2006/table">
            <a:tbl>
              <a:tblPr/>
              <a:tblGrid>
                <a:gridCol w="921421">
                  <a:extLst>
                    <a:ext uri="{9D8B030D-6E8A-4147-A177-3AD203B41FA5}">
                      <a16:colId xmlns:a16="http://schemas.microsoft.com/office/drawing/2014/main" val="1048129813"/>
                    </a:ext>
                  </a:extLst>
                </a:gridCol>
                <a:gridCol w="10454150">
                  <a:extLst>
                    <a:ext uri="{9D8B030D-6E8A-4147-A177-3AD203B41FA5}">
                      <a16:colId xmlns:a16="http://schemas.microsoft.com/office/drawing/2014/main" val="4288375679"/>
                    </a:ext>
                  </a:extLst>
                </a:gridCol>
              </a:tblGrid>
              <a:tr h="397112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ParentId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Without_stopwords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850695"/>
                  </a:ext>
                </a:extLst>
              </a:tr>
              <a:tr h="792668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55366630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Also found alternate solution question actually using looping all. Try debug msg without loops, msg: "Files matching patterns {{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files_match.files|map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(attribute='path') | list }}" But perfect solution use previous suggestion.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0877771"/>
                  </a:ext>
                </a:extLst>
              </a:tr>
              <a:tr h="397112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43612928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Try running: pip install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sqlalchemy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==1.2.18 After run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fabmanager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command.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8217441"/>
                  </a:ext>
                </a:extLst>
              </a:tr>
              <a:tr h="181828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55357154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This issue happened I update XCode 10.2 without updating MacOS latest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sdk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I used also updated. Apparently steps solved issues : Update MacOS latest case even updating required updates solving crash issue. In case forget check affected SDK/framework already rebuild latest XCode (10.2), since The problem went away I rebuild SDK latest XCode (10.2). For case, used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jenkins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release app, cloud still using old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xcode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os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.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ipa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still crash. Need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macos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xcode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jenkins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cloud also updated. Because updating cloud affect everything (near release date) either I roll back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os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xcode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I use old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sdk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/framework (before rebuild state). But using second option make crash simulator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atleast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crash issue release app.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27714"/>
                  </a:ext>
                </a:extLst>
              </a:tr>
              <a:tr h="397112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55370774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try this: import word =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re.findall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r'sum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(RM [0-9,.]*)', 'sum RM 320,000.00') print(word)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57857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2454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C4FA5-4A4A-43A9-ADEE-426C104B1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343" y="1349829"/>
            <a:ext cx="10515600" cy="5410200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Tokenization</a:t>
            </a:r>
          </a:p>
          <a:p>
            <a:pPr lvl="1"/>
            <a:endParaRPr lang="en-US" dirty="0"/>
          </a:p>
        </p:txBody>
      </p:sp>
      <p:graphicFrame>
        <p:nvGraphicFramePr>
          <p:cNvPr id="10" name="Content Placeholder 7">
            <a:extLst>
              <a:ext uri="{FF2B5EF4-FFF2-40B4-BE49-F238E27FC236}">
                <a16:creationId xmlns:a16="http://schemas.microsoft.com/office/drawing/2014/main" id="{CE77F3F5-098A-425C-899D-6DE207025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7744871"/>
              </p:ext>
            </p:extLst>
          </p:nvPr>
        </p:nvGraphicFramePr>
        <p:xfrm>
          <a:off x="729343" y="2216527"/>
          <a:ext cx="10885714" cy="2257501"/>
        </p:xfrm>
        <a:graphic>
          <a:graphicData uri="http://schemas.openxmlformats.org/drawingml/2006/table">
            <a:tbl>
              <a:tblPr/>
              <a:tblGrid>
                <a:gridCol w="1175657">
                  <a:extLst>
                    <a:ext uri="{9D8B030D-6E8A-4147-A177-3AD203B41FA5}">
                      <a16:colId xmlns:a16="http://schemas.microsoft.com/office/drawing/2014/main" val="1048129813"/>
                    </a:ext>
                  </a:extLst>
                </a:gridCol>
                <a:gridCol w="9710057">
                  <a:extLst>
                    <a:ext uri="{9D8B030D-6E8A-4147-A177-3AD203B41FA5}">
                      <a16:colId xmlns:a16="http://schemas.microsoft.com/office/drawing/2014/main" val="4288375679"/>
                    </a:ext>
                  </a:extLst>
                </a:gridCol>
              </a:tblGrid>
              <a:tr h="35562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ParentId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Tokens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850695"/>
                  </a:ext>
                </a:extLst>
              </a:tr>
              <a:tr h="355623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55366630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dirty="0">
                          <a:latin typeface="+mn-lt"/>
                        </a:rPr>
                        <a:t>[also, found, altern, </a:t>
                      </a:r>
                      <a:r>
                        <a:rPr lang="en-US" sz="1600" dirty="0" err="1">
                          <a:latin typeface="+mn-lt"/>
                        </a:rPr>
                        <a:t>solut</a:t>
                      </a:r>
                      <a:r>
                        <a:rPr lang="en-US" sz="1600" dirty="0">
                          <a:latin typeface="+mn-lt"/>
                        </a:rPr>
                        <a:t>, question, actual,...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0877771"/>
                  </a:ext>
                </a:extLst>
              </a:tr>
              <a:tr h="355623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43612928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+mn-lt"/>
                        </a:rPr>
                        <a:t>[try, run, pip, </a:t>
                      </a:r>
                      <a:r>
                        <a:rPr lang="en-US" sz="1600" dirty="0" err="1">
                          <a:latin typeface="+mn-lt"/>
                        </a:rPr>
                        <a:t>instal</a:t>
                      </a:r>
                      <a:r>
                        <a:rPr lang="en-US" sz="1600" dirty="0">
                          <a:latin typeface="+mn-lt"/>
                        </a:rPr>
                        <a:t>, </a:t>
                      </a:r>
                      <a:r>
                        <a:rPr lang="en-US" sz="1600" dirty="0" err="1">
                          <a:latin typeface="+mn-lt"/>
                        </a:rPr>
                        <a:t>sqlalchemi</a:t>
                      </a:r>
                      <a:r>
                        <a:rPr lang="en-US" sz="1600" dirty="0">
                          <a:latin typeface="+mn-lt"/>
                        </a:rPr>
                        <a:t>, after, run...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8217441"/>
                  </a:ext>
                </a:extLst>
              </a:tr>
              <a:tr h="355623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55357154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dirty="0">
                          <a:latin typeface="+mn-lt"/>
                        </a:rPr>
                        <a:t>[</a:t>
                      </a:r>
                      <a:r>
                        <a:rPr lang="en-US" sz="1600" dirty="0" err="1">
                          <a:latin typeface="+mn-lt"/>
                        </a:rPr>
                        <a:t>thi</a:t>
                      </a:r>
                      <a:r>
                        <a:rPr lang="en-US" sz="1600" dirty="0">
                          <a:latin typeface="+mn-lt"/>
                        </a:rPr>
                        <a:t>, </a:t>
                      </a:r>
                      <a:r>
                        <a:rPr lang="en-US" sz="1600" dirty="0" err="1">
                          <a:latin typeface="+mn-lt"/>
                        </a:rPr>
                        <a:t>issu</a:t>
                      </a:r>
                      <a:r>
                        <a:rPr lang="en-US" sz="1600" dirty="0">
                          <a:latin typeface="+mn-lt"/>
                        </a:rPr>
                        <a:t>, happen, </a:t>
                      </a:r>
                      <a:r>
                        <a:rPr lang="en-US" sz="1600" dirty="0" err="1">
                          <a:latin typeface="+mn-lt"/>
                        </a:rPr>
                        <a:t>updat</a:t>
                      </a:r>
                      <a:r>
                        <a:rPr lang="en-US" sz="1600" dirty="0">
                          <a:latin typeface="+mn-lt"/>
                        </a:rPr>
                        <a:t>, </a:t>
                      </a:r>
                      <a:r>
                        <a:rPr lang="en-US" sz="1600" dirty="0" err="1">
                          <a:latin typeface="+mn-lt"/>
                        </a:rPr>
                        <a:t>xcode</a:t>
                      </a:r>
                      <a:r>
                        <a:rPr lang="en-US" sz="1600" dirty="0">
                          <a:latin typeface="+mn-lt"/>
                        </a:rPr>
                        <a:t>, without, </a:t>
                      </a:r>
                      <a:r>
                        <a:rPr lang="en-US" sz="1600" dirty="0" err="1">
                          <a:latin typeface="+mn-lt"/>
                        </a:rPr>
                        <a:t>upd</a:t>
                      </a:r>
                      <a:r>
                        <a:rPr lang="en-US" sz="1600" dirty="0">
                          <a:latin typeface="+mn-lt"/>
                        </a:rPr>
                        <a:t>...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27714"/>
                  </a:ext>
                </a:extLst>
              </a:tr>
              <a:tr h="355623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55370774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dirty="0">
                          <a:latin typeface="+mn-lt"/>
                        </a:rPr>
                        <a:t>[try, </a:t>
                      </a:r>
                      <a:r>
                        <a:rPr lang="en-US" sz="1600" dirty="0" err="1">
                          <a:latin typeface="+mn-lt"/>
                        </a:rPr>
                        <a:t>thi</a:t>
                      </a:r>
                      <a:r>
                        <a:rPr lang="en-US" sz="1600" dirty="0">
                          <a:latin typeface="+mn-lt"/>
                        </a:rPr>
                        <a:t>, import, word, re, </a:t>
                      </a:r>
                      <a:r>
                        <a:rPr lang="en-US" sz="1600" dirty="0" err="1">
                          <a:latin typeface="+mn-lt"/>
                        </a:rPr>
                        <a:t>findal</a:t>
                      </a:r>
                      <a:r>
                        <a:rPr lang="en-US" sz="1600" dirty="0">
                          <a:latin typeface="+mn-lt"/>
                        </a:rPr>
                        <a:t>, sum, rm, ...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5785782"/>
                  </a:ext>
                </a:extLst>
              </a:tr>
              <a:tr h="47938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55370596</a:t>
                      </a: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dirty="0">
                          <a:latin typeface="+mn-lt"/>
                        </a:rPr>
                        <a:t>[to, posit, child, element, fix, </a:t>
                      </a:r>
                      <a:r>
                        <a:rPr lang="en-US" sz="1600" dirty="0" err="1">
                          <a:latin typeface="+mn-lt"/>
                        </a:rPr>
                        <a:t>rel</a:t>
                      </a:r>
                      <a:r>
                        <a:rPr lang="en-US" sz="1600" dirty="0">
                          <a:latin typeface="+mn-lt"/>
                        </a:rPr>
                        <a:t>, parent, ...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40" marR="840" marT="84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71267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1070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00585E8-430F-4816-B1D6-2D7EFDA1F62D}"/>
              </a:ext>
            </a:extLst>
          </p:cNvPr>
          <p:cNvSpPr txBox="1"/>
          <p:nvPr/>
        </p:nvSpPr>
        <p:spPr>
          <a:xfrm>
            <a:off x="740227" y="1098920"/>
            <a:ext cx="8218715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Used Word2Vec for creating model (Skip Gram)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/>
              <a:t>size = 1000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/>
              <a:t>window = 3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min_count</a:t>
            </a:r>
            <a:r>
              <a:rPr lang="en-US" sz="2000" dirty="0"/>
              <a:t> = 1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/>
              <a:t>workers = 3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/>
              <a:t>sg = 1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Generation of Word2Vec Vectors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6AB2798-FD81-479B-AECD-8F91BE6F95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8774945"/>
              </p:ext>
            </p:extLst>
          </p:nvPr>
        </p:nvGraphicFramePr>
        <p:xfrm>
          <a:off x="740227" y="4125687"/>
          <a:ext cx="10515600" cy="2034930"/>
        </p:xfrm>
        <a:graphic>
          <a:graphicData uri="http://schemas.openxmlformats.org/drawingml/2006/table">
            <a:tbl>
              <a:tblPr/>
              <a:tblGrid>
                <a:gridCol w="1168400">
                  <a:extLst>
                    <a:ext uri="{9D8B030D-6E8A-4147-A177-3AD203B41FA5}">
                      <a16:colId xmlns:a16="http://schemas.microsoft.com/office/drawing/2014/main" val="1434580427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477594746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931505182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3487811307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4261571511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747883463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576522550"/>
                    </a:ext>
                  </a:extLst>
                </a:gridCol>
                <a:gridCol w="1052287">
                  <a:extLst>
                    <a:ext uri="{9D8B030D-6E8A-4147-A177-3AD203B41FA5}">
                      <a16:colId xmlns:a16="http://schemas.microsoft.com/office/drawing/2014/main" val="1928013668"/>
                    </a:ext>
                  </a:extLst>
                </a:gridCol>
                <a:gridCol w="1284513">
                  <a:extLst>
                    <a:ext uri="{9D8B030D-6E8A-4147-A177-3AD203B41FA5}">
                      <a16:colId xmlns:a16="http://schemas.microsoft.com/office/drawing/2014/main" val="413098548"/>
                    </a:ext>
                  </a:extLst>
                </a:gridCol>
              </a:tblGrid>
              <a:tr h="406986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ParentId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3711767"/>
                  </a:ext>
                </a:extLst>
              </a:tr>
              <a:tr h="40698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55366630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0.127585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0.016754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0.0903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-0.03535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-0.01098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0.095676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0.06272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1632820"/>
                  </a:ext>
                </a:extLst>
              </a:tr>
              <a:tr h="40698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43612928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0.062075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0.049468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0.114061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-0.03057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-0.03116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0.169738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0.047323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5909952"/>
                  </a:ext>
                </a:extLst>
              </a:tr>
              <a:tr h="40698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55357154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0.087774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0.051975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0.106971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0.001608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-0.02369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0.121727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0.062166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758424"/>
                  </a:ext>
                </a:extLst>
              </a:tr>
              <a:tr h="40698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55370774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0.108913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0.013667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0.092751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-0.06748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-0.04492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0.045417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0.013442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7051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528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1667</TotalTime>
  <Words>415</Words>
  <Application>Microsoft Office PowerPoint</Application>
  <PresentationFormat>Widescreen</PresentationFormat>
  <Paragraphs>86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MS Project Weekly Report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Ahuti Shrestha</dc:creator>
  <cp:lastModifiedBy>Ahuti Shrestha</cp:lastModifiedBy>
  <cp:revision>24</cp:revision>
  <dcterms:created xsi:type="dcterms:W3CDTF">2021-06-20T02:45:14Z</dcterms:created>
  <dcterms:modified xsi:type="dcterms:W3CDTF">2021-07-13T10:56:05Z</dcterms:modified>
</cp:coreProperties>
</file>