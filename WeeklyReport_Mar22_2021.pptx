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7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928B-EA86-4F83-A422-463C00E5D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B1CA3-684D-496B-80E5-9C48774A6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5C487-7970-4374-90BD-D54F3D698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91021-5153-4895-B855-31D813613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825A1-D391-41E4-A1AD-7A768F7F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43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6BD7-FCEE-4B4B-8DED-EACC66A5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DDE3-72FF-4436-AAB7-B5448BE57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CF7A3-4CE4-44DB-99F3-22150B945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1BB91-CFFB-49E0-A4BA-082C3185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0F265-B469-45D6-BED0-6D6EE5B4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2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77E6C-EA32-45C8-8A82-CE6CB7AC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9F935-6ADF-4141-AC10-299811F1C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E2744-0C02-45F8-8246-443A60F8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FCBBE-9E19-459F-9351-A7549E076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7A103-CAD2-4153-80C3-07DC48F23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52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954E-FEAD-4032-BBC5-5A5D73A5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D343E-932B-495A-9206-0860DCDAE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DF728-C9C1-43C6-9D02-6FEAECAB0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D60BB-DA4C-418A-B33E-D70314B65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2A538-1628-4F3B-9539-23419B4A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A0D3A-AF84-4737-828D-6244DD606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5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8B0E6-3A13-46FA-938F-AEA61FA2F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EE8F7-AB12-4C97-B828-D67B5467A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7D4CA-5063-429C-877E-BEEDC38F1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2D12FB-A75B-4C5B-9F99-C9EABCC14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41773-B0FF-4438-B9C3-BDEB5D62D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26CBC-C058-453C-9909-EDB2DC5AE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5B14CE-D133-4F69-A534-927655DE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B7C4CF-A0E5-43B6-BF60-387716D9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74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AA0C6-DFC7-495A-B523-2B804CDA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6CE13A-6785-4C57-B1CF-93EE41F1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96095-A604-40DE-B83D-784049C7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07E18-01A5-49DD-985A-27AF315C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4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0145AD-1D18-4BE7-9071-F33490A0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D5433-6BD5-4A51-BB9A-EFA0ADDB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F92F3-6636-45DF-96CC-DC1E3ACF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0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1C90-D392-435A-A2A2-7A8FC4CF5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C0F0B-C98D-40ED-8781-B7472B7B7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A465C-D472-4CE4-8601-C1E020473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1766C-D0C5-4E0C-92AD-1BC00DD90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1A91-4FB4-43CC-A851-12D13C0C8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06B66-8C22-4368-A8BA-B786C65F0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57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E8F84-40DA-42FA-A3D0-8CA86364D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BF2FFE-C49A-437B-AED8-CBA0AA156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B56B7-E4EE-42B6-B79B-8791081A4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7937E-CA33-4B80-AAF0-7BE991945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50EB8-A123-4BD5-80FE-F623EFBA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F3429-960E-477D-89E3-2A8CEB29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6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377D0-AEAD-47F2-896A-3821B782C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5F58C-433A-4FD0-B395-6A120D15B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9538A-763A-497C-A07F-0CE77F19E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3D750-1CA7-433A-A9EF-5CE9A772E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E75D6-5F82-4E5B-9C49-59B4C66B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1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FB5D1-0AF7-490E-BDB5-2BD93A7B3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2A8ED-52FB-447D-81FF-B743649BF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DFD98-41B7-43EF-B8C1-B11885D1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C78BA-A47C-4641-8DC4-ABE4FEB7B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F6787-141A-4436-A607-AD050BC3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0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DB824-25C0-4C06-8731-2E3FC1AF6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60246-50D7-4C32-A885-4A68014EE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6BEE4-8A34-458E-B072-3482AF621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69FE7-7A39-4AAB-ADF0-457ABD3FB5E3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83080-9438-4E19-B431-3422ADBAF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567BE-6CA5-4ECB-9D89-49D9CA850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16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909BC-9621-4EE9-AFC1-63F9869D1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687637"/>
          </a:xfrm>
        </p:spPr>
        <p:txBody>
          <a:bodyPr>
            <a:normAutofit/>
          </a:bodyPr>
          <a:lstStyle/>
          <a:p>
            <a:r>
              <a:rPr lang="en-US" b="1" dirty="0"/>
              <a:t>MS Project</a:t>
            </a:r>
            <a:br>
              <a:rPr lang="en-US" b="1" dirty="0"/>
            </a:br>
            <a:r>
              <a:rPr lang="en-US" sz="4000" b="1" dirty="0"/>
              <a:t>Weekly Report (March 15 – 19, 2021)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A477B-3CB2-4A2A-889C-25E5F099A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0381"/>
            <a:ext cx="9144000" cy="69781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Ahuti Shrestha</a:t>
            </a:r>
          </a:p>
          <a:p>
            <a:r>
              <a:rPr lang="en-US" b="1" dirty="0"/>
              <a:t>March 22, 2021</a:t>
            </a:r>
          </a:p>
        </p:txBody>
      </p:sp>
    </p:spTree>
    <p:extLst>
      <p:ext uri="{BB962C8B-B14F-4D97-AF65-F5344CB8AC3E}">
        <p14:creationId xmlns:p14="http://schemas.microsoft.com/office/powerpoint/2010/main" val="1690602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F302D-6386-40A5-B9E3-C355897BA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Stack Overflow Data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F2F6610-8C0D-435B-924E-D4D49892EA62}"/>
              </a:ext>
            </a:extLst>
          </p:cNvPr>
          <p:cNvSpPr txBox="1">
            <a:spLocks/>
          </p:cNvSpPr>
          <p:nvPr/>
        </p:nvSpPr>
        <p:spPr>
          <a:xfrm>
            <a:off x="979715" y="1798523"/>
            <a:ext cx="9884229" cy="1869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Extracted small set of data (posts created in 2019 and 2020) </a:t>
            </a:r>
          </a:p>
          <a:p>
            <a:pPr lvl="1"/>
            <a:r>
              <a:rPr lang="en-US" sz="2800" dirty="0"/>
              <a:t>Nodes: 55334</a:t>
            </a:r>
          </a:p>
          <a:p>
            <a:pPr lvl="1"/>
            <a:r>
              <a:rPr lang="en-US" sz="2800" dirty="0"/>
              <a:t>Edges:  59929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C48B56F-C6D2-4AD0-8359-AB8D33BC65F8}"/>
              </a:ext>
            </a:extLst>
          </p:cNvPr>
          <p:cNvSpPr txBox="1">
            <a:spLocks/>
          </p:cNvSpPr>
          <p:nvPr/>
        </p:nvSpPr>
        <p:spPr>
          <a:xfrm>
            <a:off x="838200" y="3776321"/>
            <a:ext cx="10515600" cy="959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Graph Neural Network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25EDD47-940F-4EDD-8253-470317736F51}"/>
              </a:ext>
            </a:extLst>
          </p:cNvPr>
          <p:cNvSpPr txBox="1">
            <a:spLocks/>
          </p:cNvSpPr>
          <p:nvPr/>
        </p:nvSpPr>
        <p:spPr>
          <a:xfrm>
            <a:off x="979715" y="4582886"/>
            <a:ext cx="9884229" cy="1611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 Looking </a:t>
            </a:r>
            <a:r>
              <a:rPr lang="en-US" sz="3200"/>
              <a:t>into materials </a:t>
            </a:r>
            <a:r>
              <a:rPr lang="en-US" sz="3200" dirty="0"/>
              <a:t>on Graph Neural Network and its application.</a:t>
            </a:r>
            <a:endParaRPr lang="en-US" sz="2800" dirty="0"/>
          </a:p>
          <a:p>
            <a:pPr lvl="1"/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167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4022</TotalTime>
  <Words>56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MS Project Weekly Report (March 15 – 19, 2021)</vt:lpstr>
      <vt:lpstr>Stack Overflow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Weekly Report (July 27-31, 2020)</dc:title>
  <dc:creator>Ahuti Shrestha</dc:creator>
  <cp:lastModifiedBy>Ahuti Shrestha</cp:lastModifiedBy>
  <cp:revision>61</cp:revision>
  <dcterms:created xsi:type="dcterms:W3CDTF">2020-07-31T22:36:01Z</dcterms:created>
  <dcterms:modified xsi:type="dcterms:W3CDTF">2021-03-22T10:58:29Z</dcterms:modified>
</cp:coreProperties>
</file>