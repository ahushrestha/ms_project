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8" r:id="rId3"/>
    <p:sldId id="279" r:id="rId4"/>
    <p:sldId id="2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 dirty="0"/>
              <a:t>May 25, 2021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F936-79DC-4E93-9DA9-C47252694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7" y="1910898"/>
            <a:ext cx="3907971" cy="647246"/>
          </a:xfrm>
        </p:spPr>
        <p:txBody>
          <a:bodyPr>
            <a:normAutofit/>
          </a:bodyPr>
          <a:lstStyle/>
          <a:p>
            <a:r>
              <a:rPr lang="en-US" sz="2400" b="1" dirty="0"/>
              <a:t>Features before normalization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D9E8ED4-0EFB-4C61-AF45-78AB399B0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766149"/>
              </p:ext>
            </p:extLst>
          </p:nvPr>
        </p:nvGraphicFramePr>
        <p:xfrm>
          <a:off x="195943" y="2753360"/>
          <a:ext cx="5486400" cy="276225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172603296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0444314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2809253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9240592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75411819"/>
                    </a:ext>
                  </a:extLst>
                </a:gridCol>
                <a:gridCol w="598714">
                  <a:extLst>
                    <a:ext uri="{9D8B030D-6E8A-4147-A177-3AD203B41FA5}">
                      <a16:colId xmlns:a16="http://schemas.microsoft.com/office/drawing/2014/main" val="663709663"/>
                    </a:ext>
                  </a:extLst>
                </a:gridCol>
                <a:gridCol w="772886">
                  <a:extLst>
                    <a:ext uri="{9D8B030D-6E8A-4147-A177-3AD203B41FA5}">
                      <a16:colId xmlns:a16="http://schemas.microsoft.com/office/drawing/2014/main" val="28010935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07294283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Ans_ownid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Ans_score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Comt_ct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Ques_score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View_ct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8090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5004157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4555.377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24420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6815131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1.666667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0.466667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129.2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1.466667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501.3885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4669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2988730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217.625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1189.677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8612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127.25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641.8108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6820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5645656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2187.292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6882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10116037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59305.07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2715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992484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1.196429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1.678571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0.107143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1.401786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9951.699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6685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7176382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1097.07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3990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2830167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1.272727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0.181818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121.6364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0.636364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990.0587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6845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1746118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2.984733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1.549618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2.400763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267.5916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1.851145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4927.297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8913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2970947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2.016194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1.558704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0.259109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107.2794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1.708502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1351.869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8573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1.166667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0.166667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265.6667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1.166667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14459.27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975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6505250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1.944444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1.740741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0.907407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488.3519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1.222222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46595.77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7822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1137174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113.8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41156.01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97693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D00902-C9E2-4383-97D1-7E04B5116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341637"/>
              </p:ext>
            </p:extLst>
          </p:nvPr>
        </p:nvGraphicFramePr>
        <p:xfrm>
          <a:off x="6096000" y="2753360"/>
          <a:ext cx="5486400" cy="276225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95478456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3246527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5913513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0651038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0820423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64189444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7532427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0852210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Ans_ownid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Ans_score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Comt_ct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Ques_score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View_ct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018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5004157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1.672414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1.010431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1.428571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1.001016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9534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6815131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1.681818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1.696552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1.016638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1.628571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1.000112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1.211055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6413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2988730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1.289063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1.153409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1.69181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1.028026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1.642857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1.000265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1.105528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4990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1.34375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1.685345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1.016387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1.642857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1.000143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1.045226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1010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5645656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1.736364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1.698276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1.014153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1.942857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1.000488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1.135678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6156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10116037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1.672414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1.042497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1.428571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1.013221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5889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992484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1.262277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1.686688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1.677956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1.600765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1.002218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2.673367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73527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7176382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1.1875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1.724138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1.005795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1.857143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1.000245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9852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2830167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1.267045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1.07438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1.724138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1.015664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1.272727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1.000221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1.150754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31496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1746118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1.374046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1.633935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1.796591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1.03446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1.793348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1.001098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4.934673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117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2970947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1.313512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1.637652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1.685816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1.013815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1.732215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1.000301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4.708543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9442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1.260417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1.068182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1.775862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1.034212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1.003223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1.075377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7312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6505250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1.309028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1.712121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1.719349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1.06289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1.52381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1.010387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1.798995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0176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1137174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1.490909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1.713793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1.014655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1.428571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1.009175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1.060302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945808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3EAF44C5-E7ED-480D-8FA7-69C4B451A0F6}"/>
              </a:ext>
            </a:extLst>
          </p:cNvPr>
          <p:cNvSpPr txBox="1">
            <a:spLocks/>
          </p:cNvSpPr>
          <p:nvPr/>
        </p:nvSpPr>
        <p:spPr>
          <a:xfrm>
            <a:off x="5992588" y="1942829"/>
            <a:ext cx="3907971" cy="647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Features after normalization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88ECBC0-DDF1-4538-8F8A-23BBA8DD9DB1}"/>
              </a:ext>
            </a:extLst>
          </p:cNvPr>
          <p:cNvSpPr txBox="1">
            <a:spLocks/>
          </p:cNvSpPr>
          <p:nvPr/>
        </p:nvSpPr>
        <p:spPr>
          <a:xfrm>
            <a:off x="489857" y="735248"/>
            <a:ext cx="3907971" cy="647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Cluster-GCN</a:t>
            </a:r>
          </a:p>
        </p:txBody>
      </p:sp>
    </p:spTree>
    <p:extLst>
      <p:ext uri="{BB962C8B-B14F-4D97-AF65-F5344CB8AC3E}">
        <p14:creationId xmlns:p14="http://schemas.microsoft.com/office/powerpoint/2010/main" val="112718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2F1E7-4263-4950-87FD-5957B878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Input: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D30442-78F3-4320-8FAF-584D6AFF8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799304"/>
              </p:ext>
            </p:extLst>
          </p:nvPr>
        </p:nvGraphicFramePr>
        <p:xfrm>
          <a:off x="968829" y="1413510"/>
          <a:ext cx="6248403" cy="2015490"/>
        </p:xfrm>
        <a:graphic>
          <a:graphicData uri="http://schemas.openxmlformats.org/drawingml/2006/table">
            <a:tbl>
              <a:tblPr/>
              <a:tblGrid>
                <a:gridCol w="694267">
                  <a:extLst>
                    <a:ext uri="{9D8B030D-6E8A-4147-A177-3AD203B41FA5}">
                      <a16:colId xmlns:a16="http://schemas.microsoft.com/office/drawing/2014/main" val="3238575779"/>
                    </a:ext>
                  </a:extLst>
                </a:gridCol>
                <a:gridCol w="694267">
                  <a:extLst>
                    <a:ext uri="{9D8B030D-6E8A-4147-A177-3AD203B41FA5}">
                      <a16:colId xmlns:a16="http://schemas.microsoft.com/office/drawing/2014/main" val="1903582330"/>
                    </a:ext>
                  </a:extLst>
                </a:gridCol>
                <a:gridCol w="694267">
                  <a:extLst>
                    <a:ext uri="{9D8B030D-6E8A-4147-A177-3AD203B41FA5}">
                      <a16:colId xmlns:a16="http://schemas.microsoft.com/office/drawing/2014/main" val="2819741159"/>
                    </a:ext>
                  </a:extLst>
                </a:gridCol>
                <a:gridCol w="694267">
                  <a:extLst>
                    <a:ext uri="{9D8B030D-6E8A-4147-A177-3AD203B41FA5}">
                      <a16:colId xmlns:a16="http://schemas.microsoft.com/office/drawing/2014/main" val="2119012148"/>
                    </a:ext>
                  </a:extLst>
                </a:gridCol>
                <a:gridCol w="694267">
                  <a:extLst>
                    <a:ext uri="{9D8B030D-6E8A-4147-A177-3AD203B41FA5}">
                      <a16:colId xmlns:a16="http://schemas.microsoft.com/office/drawing/2014/main" val="185226746"/>
                    </a:ext>
                  </a:extLst>
                </a:gridCol>
                <a:gridCol w="694267">
                  <a:extLst>
                    <a:ext uri="{9D8B030D-6E8A-4147-A177-3AD203B41FA5}">
                      <a16:colId xmlns:a16="http://schemas.microsoft.com/office/drawing/2014/main" val="1013165022"/>
                    </a:ext>
                  </a:extLst>
                </a:gridCol>
                <a:gridCol w="694267">
                  <a:extLst>
                    <a:ext uri="{9D8B030D-6E8A-4147-A177-3AD203B41FA5}">
                      <a16:colId xmlns:a16="http://schemas.microsoft.com/office/drawing/2014/main" val="4247945482"/>
                    </a:ext>
                  </a:extLst>
                </a:gridCol>
                <a:gridCol w="694267">
                  <a:extLst>
                    <a:ext uri="{9D8B030D-6E8A-4147-A177-3AD203B41FA5}">
                      <a16:colId xmlns:a16="http://schemas.microsoft.com/office/drawing/2014/main" val="1340697874"/>
                    </a:ext>
                  </a:extLst>
                </a:gridCol>
                <a:gridCol w="694267">
                  <a:extLst>
                    <a:ext uri="{9D8B030D-6E8A-4147-A177-3AD203B41FA5}">
                      <a16:colId xmlns:a16="http://schemas.microsoft.com/office/drawing/2014/main" val="173638197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Ans_ownid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Ans_score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Comt_ct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Ques_score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View_ct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Ans_ct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Label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3279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5772882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1.332801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1.421035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1.719607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1.02165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1.730448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1.009742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5.115578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280949"/>
                  </a:ext>
                </a:extLst>
              </a:tr>
              <a:tr h="11577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5221149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1.325146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1.612952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1.695422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1.017791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1.688724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9190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2711488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1.682364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1.031264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1.785143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1.099498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4.753769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3612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10819573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1.240951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1.901106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1.686393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1.007475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1.858798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1.001112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8.79397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8458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3788176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1.428797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1.66542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1.725938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1.012177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1.744575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1.002685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5.748744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6330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5133585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1.331767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1.652085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1.723166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1.012585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1.765306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1.000404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4.994975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5009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139985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1.328403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1.58501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1.706633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1.02298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1.675027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1.012134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6.909548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4343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1221571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1.466539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1.727487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1.795991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1.024857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1.805593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1.000093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7.376884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09116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1240763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1.262261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2.121575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1.704092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1.048826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1.504443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1.004506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4.135678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2589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1.270127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1.672573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1.742548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1.04265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1.62615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1.009902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5.432161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766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49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C24394-B16B-4E5D-BFB6-82DACD6E6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57" y="362162"/>
            <a:ext cx="8270987" cy="637316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3686330-ECE4-4A6E-9B1A-0FDFCF88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103868"/>
            <a:ext cx="1763486" cy="1017361"/>
          </a:xfrm>
        </p:spPr>
        <p:txBody>
          <a:bodyPr>
            <a:normAutofit/>
          </a:bodyPr>
          <a:lstStyle/>
          <a:p>
            <a:r>
              <a:rPr lang="en-US" sz="3600" b="1" dirty="0"/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3B4D6D-F303-4AEA-8887-648818DA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443" y="612548"/>
            <a:ext cx="2030241" cy="19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6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6060</TotalTime>
  <Words>396</Words>
  <Application>Microsoft Office PowerPoint</Application>
  <PresentationFormat>Widescreen</PresentationFormat>
  <Paragraphs>347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MS Project Weekly Report</vt:lpstr>
      <vt:lpstr>Features before normalization</vt:lpstr>
      <vt:lpstr>Input:</vt:lpstr>
      <vt:lpstr>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114</cp:revision>
  <dcterms:created xsi:type="dcterms:W3CDTF">2020-07-31T22:36:01Z</dcterms:created>
  <dcterms:modified xsi:type="dcterms:W3CDTF">2021-05-25T17:49:39Z</dcterms:modified>
</cp:coreProperties>
</file>