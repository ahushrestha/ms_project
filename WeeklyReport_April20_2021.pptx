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(April 13 – 19,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April 20,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9056-695C-46B8-8609-737EE4CF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GCNII and </a:t>
            </a:r>
            <a:r>
              <a:rPr lang="en-US" sz="4400" dirty="0" err="1"/>
              <a:t>ClusterGCN</a:t>
            </a:r>
            <a:r>
              <a:rPr lang="en-US" sz="4400" dirty="0"/>
              <a:t> implementations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E303-7BAA-4363-9DD3-F54CA081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GCNII:</a:t>
            </a:r>
          </a:p>
          <a:p>
            <a:pPr lvl="1"/>
            <a:r>
              <a:rPr lang="en-US" dirty="0"/>
              <a:t>GCNII is working on the given pre-processed datasets, ex: Cora. </a:t>
            </a:r>
          </a:p>
          <a:p>
            <a:pPr lvl="1"/>
            <a:r>
              <a:rPr lang="en-US" dirty="0"/>
              <a:t>Now I am trying to implement it on my own dataset. For this, I am looking into the original Cora dataset and the function to load custom data. Then I’ll try it on Stack Overflow data.</a:t>
            </a:r>
          </a:p>
          <a:p>
            <a:endParaRPr lang="en-US" dirty="0"/>
          </a:p>
          <a:p>
            <a:r>
              <a:rPr lang="en-US" dirty="0" err="1"/>
              <a:t>ClusterGCN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 am still working on implementation from GitHub. Most of the dependencies are resolved, except </a:t>
            </a:r>
            <a:r>
              <a:rPr lang="en-US" dirty="0" err="1"/>
              <a:t>sklearn</a:t>
            </a:r>
            <a:r>
              <a:rPr lang="en-US" dirty="0"/>
              <a:t>. I have asked admin for its installation. Once it is done, I will try to implement it on the given dataset and </a:t>
            </a:r>
            <a:r>
              <a:rPr lang="en-US"/>
              <a:t>Stack Overflow dataset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02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5524</TotalTime>
  <Words>127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MS Project Weekly Report (April 13 – 19, 2021)</vt:lpstr>
      <vt:lpstr>GCNII and ClusterGCN implementations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98</cp:revision>
  <dcterms:created xsi:type="dcterms:W3CDTF">2020-07-31T22:36:01Z</dcterms:created>
  <dcterms:modified xsi:type="dcterms:W3CDTF">2021-04-20T13:22:59Z</dcterms:modified>
</cp:coreProperties>
</file>