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(March 20 – 26,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March 29,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Cluster-GCN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79715" y="1798523"/>
            <a:ext cx="9884229" cy="362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Paper: Cluster-GCN: An Efficient Algorithm for Training Deep and Large Graph Convolutional Networks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b="0" i="0" u="none" strike="noStrike" baseline="0" dirty="0">
                <a:latin typeface="LinLibertineT"/>
              </a:rPr>
              <a:t>Wei-Lin Chiang, </a:t>
            </a:r>
            <a:r>
              <a:rPr lang="en-US" sz="1600" b="0" i="0" u="none" strike="noStrike" baseline="0" dirty="0" err="1">
                <a:latin typeface="LinLibertineT"/>
              </a:rPr>
              <a:t>Xuanqing</a:t>
            </a:r>
            <a:r>
              <a:rPr lang="en-US" sz="1600" b="0" i="0" u="none" strike="noStrike" baseline="0" dirty="0">
                <a:latin typeface="LinLibertineT"/>
              </a:rPr>
              <a:t> Liu, Si </a:t>
            </a:r>
            <a:r>
              <a:rPr lang="en-US" sz="1600" b="0" i="0" u="none" strike="noStrike" baseline="0" dirty="0" err="1">
                <a:latin typeface="LinLibertineT"/>
              </a:rPr>
              <a:t>Si</a:t>
            </a:r>
            <a:r>
              <a:rPr lang="en-US" sz="1600" b="0" i="0" u="none" strike="noStrike" baseline="0" dirty="0">
                <a:latin typeface="LinLibertineT"/>
              </a:rPr>
              <a:t>, Yang Li, </a:t>
            </a:r>
            <a:r>
              <a:rPr lang="en-US" sz="1600" b="0" i="0" u="none" strike="noStrike" baseline="0" dirty="0" err="1">
                <a:latin typeface="LinLibertineT"/>
              </a:rPr>
              <a:t>Samy</a:t>
            </a:r>
            <a:r>
              <a:rPr lang="en-US" sz="1600" b="0" i="0" u="none" strike="noStrike" baseline="0" dirty="0">
                <a:latin typeface="LinLibertineT"/>
              </a:rPr>
              <a:t> </a:t>
            </a:r>
            <a:r>
              <a:rPr lang="en-US" sz="1600" b="0" i="0" u="none" strike="noStrike" baseline="0" dirty="0" err="1">
                <a:latin typeface="LinLibertineT"/>
              </a:rPr>
              <a:t>Bengio</a:t>
            </a:r>
            <a:r>
              <a:rPr lang="en-US" sz="1600" b="0" i="0" u="none" strike="noStrike" baseline="0" dirty="0">
                <a:latin typeface="LinLibertineT"/>
              </a:rPr>
              <a:t>, Cho-</a:t>
            </a:r>
            <a:r>
              <a:rPr lang="en-US" sz="1600" b="0" i="0" u="none" strike="noStrike" baseline="0" dirty="0" err="1">
                <a:latin typeface="LinLibertineT"/>
              </a:rPr>
              <a:t>Jui</a:t>
            </a:r>
            <a:r>
              <a:rPr lang="en-US" sz="1600" b="0" i="0" u="none" strike="noStrike" baseline="0" dirty="0">
                <a:latin typeface="LinLibertineT"/>
              </a:rPr>
              <a:t> Hsieh</a:t>
            </a:r>
            <a:endParaRPr lang="en-US" sz="1600" dirty="0"/>
          </a:p>
          <a:p>
            <a:pPr lvl="1"/>
            <a:r>
              <a:rPr lang="en-US" dirty="0"/>
              <a:t>Cluster-GCN works as follows: </a:t>
            </a:r>
            <a:r>
              <a:rPr lang="en-US" sz="2500" dirty="0"/>
              <a:t>at each step, it samples</a:t>
            </a:r>
            <a:r>
              <a:rPr lang="en-US" sz="1600" dirty="0"/>
              <a:t> </a:t>
            </a:r>
            <a:r>
              <a:rPr lang="en-US" sz="2500" dirty="0"/>
              <a:t>a block of nodes that associate with a dense subgraph identified by a graph clustering algorithm, and restricts the neighborhood search within this subgraph. </a:t>
            </a:r>
          </a:p>
          <a:p>
            <a:pPr lvl="1"/>
            <a:r>
              <a:rPr lang="en-US" sz="2500" dirty="0"/>
              <a:t>It achieves the best memory usage on large-scale graphs, especially on deep GCN.</a:t>
            </a:r>
          </a:p>
          <a:p>
            <a:pPr lvl="1"/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94DF-1E4C-4ED4-B524-06872B51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GraphSAGE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F4358-911B-4142-BD2D-29E475CE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Paper: Inductive Representation Learning on Large Graphs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>
                <a:latin typeface="LinLibertineT"/>
              </a:rPr>
              <a:t>W.L. Hamilton, R. Ying, and J. </a:t>
            </a:r>
            <a:r>
              <a:rPr lang="en-US" sz="1600" dirty="0" err="1">
                <a:latin typeface="LinLibertineT"/>
              </a:rPr>
              <a:t>Leskovec</a:t>
            </a:r>
            <a:r>
              <a:rPr lang="en-US" sz="1600" dirty="0">
                <a:latin typeface="LinLibertineT"/>
              </a:rPr>
              <a:t> arXiv:1706.02216 [cs.SI], 2017</a:t>
            </a:r>
          </a:p>
          <a:p>
            <a:pPr lvl="1"/>
            <a:r>
              <a:rPr lang="en-US" dirty="0"/>
              <a:t>A general inductive framework that leverages node feature information (e.g., text attributes) to efficiently generate node embeddings for previously unseen data.</a:t>
            </a:r>
          </a:p>
        </p:txBody>
      </p:sp>
    </p:spTree>
    <p:extLst>
      <p:ext uri="{BB962C8B-B14F-4D97-AF65-F5344CB8AC3E}">
        <p14:creationId xmlns:p14="http://schemas.microsoft.com/office/powerpoint/2010/main" val="54781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B951-8744-4214-9DBA-3514213F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DropEdge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5BED5-DA18-4BB3-AD09-A67ACB66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Paper: </a:t>
            </a:r>
            <a:r>
              <a:rPr lang="en-US" sz="3200" dirty="0" err="1"/>
              <a:t>DropEdge</a:t>
            </a:r>
            <a:r>
              <a:rPr lang="en-US" sz="3200" dirty="0"/>
              <a:t>: Towards Deep Graph Convolutional Networks on Node Classification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>
                <a:latin typeface="LinLibertineT"/>
              </a:rPr>
              <a:t>Yu Rong, </a:t>
            </a:r>
            <a:r>
              <a:rPr lang="en-US" sz="1600" dirty="0" err="1">
                <a:latin typeface="LinLibertineT"/>
              </a:rPr>
              <a:t>Wenbing</a:t>
            </a:r>
            <a:r>
              <a:rPr lang="en-US" sz="1600" dirty="0">
                <a:latin typeface="LinLibertineT"/>
              </a:rPr>
              <a:t> Huang, </a:t>
            </a:r>
            <a:r>
              <a:rPr lang="en-US" sz="1600" dirty="0" err="1">
                <a:latin typeface="LinLibertineT"/>
              </a:rPr>
              <a:t>Tingyang</a:t>
            </a:r>
            <a:r>
              <a:rPr lang="en-US" sz="1600" dirty="0">
                <a:latin typeface="LinLibertineT"/>
              </a:rPr>
              <a:t> Xu, </a:t>
            </a:r>
            <a:r>
              <a:rPr lang="en-US" sz="1600" dirty="0" err="1">
                <a:latin typeface="LinLibertineT"/>
              </a:rPr>
              <a:t>Junzhou</a:t>
            </a:r>
            <a:r>
              <a:rPr lang="en-US" sz="1600" dirty="0">
                <a:latin typeface="LinLibertineT"/>
              </a:rPr>
              <a:t> Huang</a:t>
            </a:r>
          </a:p>
          <a:p>
            <a:pPr lvl="1"/>
            <a:r>
              <a:rPr lang="en-US" dirty="0" err="1"/>
              <a:t>DropEdge</a:t>
            </a:r>
            <a:r>
              <a:rPr lang="en-US" dirty="0"/>
              <a:t> is a technique to alleviate over-fitting and over-smoothing.</a:t>
            </a:r>
          </a:p>
          <a:p>
            <a:pPr lvl="1"/>
            <a:r>
              <a:rPr lang="en-US" dirty="0"/>
              <a:t>It can be equipped with many other backbone models (e.g. GCN, </a:t>
            </a:r>
            <a:r>
              <a:rPr lang="en-US" dirty="0" err="1"/>
              <a:t>ResGCN</a:t>
            </a:r>
            <a:r>
              <a:rPr lang="en-US" dirty="0"/>
              <a:t>, </a:t>
            </a:r>
            <a:r>
              <a:rPr lang="en-US" dirty="0" err="1"/>
              <a:t>GraphSAGE</a:t>
            </a:r>
            <a:r>
              <a:rPr lang="en-US" dirty="0"/>
              <a:t>, and </a:t>
            </a:r>
            <a:r>
              <a:rPr lang="en-US" dirty="0" err="1"/>
              <a:t>JKNet</a:t>
            </a:r>
            <a:r>
              <a:rPr lang="en-US" dirty="0"/>
              <a:t>) for enhanced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73129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8962-5A9C-49EB-8A1B-1CCE4AB9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Semi-Supervised</a:t>
            </a:r>
            <a:r>
              <a:rPr lang="en-US" dirty="0"/>
              <a:t> </a:t>
            </a:r>
            <a:r>
              <a:rPr lang="en-US" b="1" dirty="0"/>
              <a:t>Classification with Graph Convolutional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2B047-E112-4C8B-80DF-BFD2263CC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Paper: Semi-Supervised Classification with Graph Convolutional Networks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>
                <a:latin typeface="LinLibertineT"/>
              </a:rPr>
              <a:t>Thomas N. </a:t>
            </a:r>
            <a:r>
              <a:rPr lang="en-US" sz="1600" dirty="0" err="1">
                <a:latin typeface="LinLibertineT"/>
              </a:rPr>
              <a:t>Kipf</a:t>
            </a:r>
            <a:r>
              <a:rPr lang="en-US" sz="1600" dirty="0">
                <a:latin typeface="LinLibertineT"/>
              </a:rPr>
              <a:t>, Max Welling</a:t>
            </a:r>
          </a:p>
          <a:p>
            <a:pPr lvl="1"/>
            <a:r>
              <a:rPr lang="en-US" dirty="0"/>
              <a:t>lt uses an efficient layer-wise propagation rule that is based on a first-order approximation of spectral convolutions on graphs.</a:t>
            </a:r>
          </a:p>
          <a:p>
            <a:pPr lvl="1"/>
            <a:r>
              <a:rPr lang="en-US" dirty="0"/>
              <a:t>lt is capable of encoding both graph structure and node features in a way useful for semi-supervised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34098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4539</TotalTime>
  <Words>284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LinLibertineT</vt:lpstr>
      <vt:lpstr>Wingdings</vt:lpstr>
      <vt:lpstr>Office Theme</vt:lpstr>
      <vt:lpstr>MS Project Weekly Report (March 20 – 26, 2021)</vt:lpstr>
      <vt:lpstr>Cluster-GCN</vt:lpstr>
      <vt:lpstr>GraphSAGE</vt:lpstr>
      <vt:lpstr>DropEdge</vt:lpstr>
      <vt:lpstr>Semi-Supervised Classification with Graph Convolutional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74</cp:revision>
  <dcterms:created xsi:type="dcterms:W3CDTF">2020-07-31T22:36:01Z</dcterms:created>
  <dcterms:modified xsi:type="dcterms:W3CDTF">2021-03-29T11:33:35Z</dcterms:modified>
</cp:coreProperties>
</file>