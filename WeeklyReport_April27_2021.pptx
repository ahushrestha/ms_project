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76" r:id="rId3"/>
    <p:sldId id="27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9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F928B-EA86-4F83-A422-463C00E5D1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9B1CA3-684D-496B-80E5-9C48774A6F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5C487-7970-4374-90BD-D54F3D698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91021-5153-4895-B855-31D813613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825A1-D391-41E4-A1AD-7A768F7F8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143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56BD7-FCEE-4B4B-8DED-EACC66A5C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0DDE3-72FF-4436-AAB7-B5448BE57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CF7A3-4CE4-44DB-99F3-22150B945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1BB91-CFFB-49E0-A4BA-082C3185E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0F265-B469-45D6-BED0-6D6EE5B42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24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77E6C-EA32-45C8-8A82-CE6CB7AC2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C9F935-6ADF-4141-AC10-299811F1C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E2744-0C02-45F8-8246-443A60F81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FCBBE-9E19-459F-9351-A7549E076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7A103-CAD2-4153-80C3-07DC48F23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452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3954E-FEAD-4032-BBC5-5A5D73A5F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D343E-932B-495A-9206-0860DCDAEC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CDF728-C9C1-43C6-9D02-6FEAECAB0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D60BB-DA4C-418A-B33E-D70314B65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72A538-1628-4F3B-9539-23419B4A6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A0D3A-AF84-4737-828D-6244DD606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654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8B0E6-3A13-46FA-938F-AEA61FA2F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EE8F7-AB12-4C97-B828-D67B5467A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17D4CA-5063-429C-877E-BEEDC38F1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2D12FB-A75B-4C5B-9F99-C9EABCC146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941773-B0FF-4438-B9C3-BDEB5D62D3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026CBC-C058-453C-9909-EDB2DC5AE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5B14CE-D133-4F69-A534-927655DE6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B7C4CF-A0E5-43B6-BF60-387716D9A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974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AA0C6-DFC7-495A-B523-2B804CDAF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6CE13A-6785-4C57-B1CF-93EE41F1D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896095-A604-40DE-B83D-784049C74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A07E18-01A5-49DD-985A-27AF315C3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42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0145AD-1D18-4BE7-9071-F33490A07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FD5433-6BD5-4A51-BB9A-EFA0ADDB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F92F3-6636-45DF-96CC-DC1E3ACFE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201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61C90-D392-435A-A2A2-7A8FC4CF5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C0F0B-C98D-40ED-8781-B7472B7B7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EA465C-D472-4CE4-8601-C1E020473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1766C-D0C5-4E0C-92AD-1BC00DD90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41A91-4FB4-43CC-A851-12D13C0C8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506B66-8C22-4368-A8BA-B786C65F0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457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E8F84-40DA-42FA-A3D0-8CA86364D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BF2FFE-C49A-437B-AED8-CBA0AA1566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FB56B7-E4EE-42B6-B79B-8791081A4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7937E-CA33-4B80-AAF0-7BE991945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550EB8-A123-4BD5-80FE-F623EFBA0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6F3429-960E-477D-89E3-2A8CEB296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266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377D0-AEAD-47F2-896A-3821B782C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5F58C-433A-4FD0-B395-6A120D15B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9538A-763A-497C-A07F-0CE77F19E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3D750-1CA7-433A-A9EF-5CE9A772E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E75D6-5F82-4E5B-9C49-59B4C66B4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313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5FB5D1-0AF7-490E-BDB5-2BD93A7B3A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C2A8ED-52FB-447D-81FF-B743649BF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DFD98-41B7-43EF-B8C1-B11885D1F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C78BA-A47C-4641-8DC4-ABE4FEB7B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F6787-141A-4436-A607-AD050BC39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06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2DB824-25C0-4C06-8731-2E3FC1AF6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760246-50D7-4C32-A885-4A68014EE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6BEE4-8A34-458E-B072-3482AF621A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69FE7-7A39-4AAB-ADF0-457ABD3FB5E3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83080-9438-4E19-B431-3422ADBAF7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567BE-6CA5-4ECB-9D89-49D9CA850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016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909BC-9621-4EE9-AFC1-63F9869D10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687637"/>
          </a:xfrm>
        </p:spPr>
        <p:txBody>
          <a:bodyPr>
            <a:normAutofit/>
          </a:bodyPr>
          <a:lstStyle/>
          <a:p>
            <a:r>
              <a:rPr lang="en-US" b="1" dirty="0"/>
              <a:t>MS Project</a:t>
            </a:r>
            <a:br>
              <a:rPr lang="en-US" b="1" dirty="0"/>
            </a:br>
            <a:r>
              <a:rPr lang="en-US" sz="4000" b="1" dirty="0"/>
              <a:t>Weekly Report (April 20 – 26, 2021)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A477B-3CB2-4A2A-889C-25E5F099A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50381"/>
            <a:ext cx="9144000" cy="697819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Ahuti Shrestha</a:t>
            </a:r>
          </a:p>
          <a:p>
            <a:r>
              <a:rPr lang="en-US" b="1" dirty="0"/>
              <a:t>April 27, 2021</a:t>
            </a:r>
          </a:p>
        </p:txBody>
      </p:sp>
    </p:spTree>
    <p:extLst>
      <p:ext uri="{BB962C8B-B14F-4D97-AF65-F5344CB8AC3E}">
        <p14:creationId xmlns:p14="http://schemas.microsoft.com/office/powerpoint/2010/main" val="1690602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59056-695C-46B8-8609-737EE4CF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err="1"/>
              <a:t>ClusterGCN</a:t>
            </a:r>
            <a:r>
              <a:rPr lang="en-US" sz="4400" dirty="0"/>
              <a:t> implementations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9E303-7BAA-4363-9DD3-F54CA0818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err="1"/>
              <a:t>ClusterGCN</a:t>
            </a:r>
            <a:r>
              <a:rPr lang="en-US" sz="3200" dirty="0"/>
              <a:t>:</a:t>
            </a:r>
          </a:p>
          <a:p>
            <a:pPr lvl="1"/>
            <a:r>
              <a:rPr lang="en-US" sz="2800" dirty="0" err="1"/>
              <a:t>StellarGraph</a:t>
            </a:r>
            <a:r>
              <a:rPr lang="en-US" sz="2800" dirty="0"/>
              <a:t> implementation of </a:t>
            </a:r>
            <a:r>
              <a:rPr lang="en-US" sz="2800" dirty="0" err="1"/>
              <a:t>ClusterGCN</a:t>
            </a:r>
            <a:r>
              <a:rPr lang="en-US" sz="2800" dirty="0"/>
              <a:t>.</a:t>
            </a:r>
          </a:p>
          <a:p>
            <a:pPr lvl="1"/>
            <a:r>
              <a:rPr lang="en-US" sz="2800" dirty="0"/>
              <a:t>Working on:</a:t>
            </a:r>
          </a:p>
          <a:p>
            <a:pPr lvl="2"/>
            <a:r>
              <a:rPr lang="en-US" sz="2400" dirty="0"/>
              <a:t>Implementing </a:t>
            </a:r>
            <a:r>
              <a:rPr lang="en-US" sz="2400" dirty="0" err="1"/>
              <a:t>ClusterGCN</a:t>
            </a:r>
            <a:r>
              <a:rPr lang="en-US" sz="2400" dirty="0"/>
              <a:t> on stack overflow dataset.</a:t>
            </a:r>
          </a:p>
          <a:p>
            <a:pPr lvl="2"/>
            <a:r>
              <a:rPr lang="en-US" sz="2400" dirty="0"/>
              <a:t>Preparing data for </a:t>
            </a:r>
            <a:r>
              <a:rPr lang="en-US" sz="2400" dirty="0" err="1"/>
              <a:t>ClusterGCN</a:t>
            </a:r>
            <a:r>
              <a:rPr lang="en-US" sz="2400" dirty="0"/>
              <a:t> (I can load the graph and currently working on preparing labels for training the model).</a:t>
            </a:r>
          </a:p>
        </p:txBody>
      </p:sp>
    </p:spTree>
    <p:extLst>
      <p:ext uri="{BB962C8B-B14F-4D97-AF65-F5344CB8AC3E}">
        <p14:creationId xmlns:p14="http://schemas.microsoft.com/office/powerpoint/2010/main" val="143102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B5D5E13-A062-418C-B5CE-6E1405FBCF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1360797"/>
              </p:ext>
            </p:extLst>
          </p:nvPr>
        </p:nvGraphicFramePr>
        <p:xfrm>
          <a:off x="413657" y="594094"/>
          <a:ext cx="8164284" cy="5119505"/>
        </p:xfrm>
        <a:graphic>
          <a:graphicData uri="http://schemas.openxmlformats.org/drawingml/2006/table">
            <a:tbl>
              <a:tblPr/>
              <a:tblGrid>
                <a:gridCol w="1360714">
                  <a:extLst>
                    <a:ext uri="{9D8B030D-6E8A-4147-A177-3AD203B41FA5}">
                      <a16:colId xmlns:a16="http://schemas.microsoft.com/office/drawing/2014/main" val="705087949"/>
                    </a:ext>
                  </a:extLst>
                </a:gridCol>
                <a:gridCol w="1360714">
                  <a:extLst>
                    <a:ext uri="{9D8B030D-6E8A-4147-A177-3AD203B41FA5}">
                      <a16:colId xmlns:a16="http://schemas.microsoft.com/office/drawing/2014/main" val="3602965104"/>
                    </a:ext>
                  </a:extLst>
                </a:gridCol>
                <a:gridCol w="1360714">
                  <a:extLst>
                    <a:ext uri="{9D8B030D-6E8A-4147-A177-3AD203B41FA5}">
                      <a16:colId xmlns:a16="http://schemas.microsoft.com/office/drawing/2014/main" val="14694129"/>
                    </a:ext>
                  </a:extLst>
                </a:gridCol>
                <a:gridCol w="1360714">
                  <a:extLst>
                    <a:ext uri="{9D8B030D-6E8A-4147-A177-3AD203B41FA5}">
                      <a16:colId xmlns:a16="http://schemas.microsoft.com/office/drawing/2014/main" val="3204970903"/>
                    </a:ext>
                  </a:extLst>
                </a:gridCol>
                <a:gridCol w="1360714">
                  <a:extLst>
                    <a:ext uri="{9D8B030D-6E8A-4147-A177-3AD203B41FA5}">
                      <a16:colId xmlns:a16="http://schemas.microsoft.com/office/drawing/2014/main" val="2437146918"/>
                    </a:ext>
                  </a:extLst>
                </a:gridCol>
                <a:gridCol w="1360714">
                  <a:extLst>
                    <a:ext uri="{9D8B030D-6E8A-4147-A177-3AD203B41FA5}">
                      <a16:colId xmlns:a16="http://schemas.microsoft.com/office/drawing/2014/main" val="3512499265"/>
                    </a:ext>
                  </a:extLst>
                </a:gridCol>
              </a:tblGrid>
              <a:tr h="50635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Ans_owner_id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4" marR="6314" marT="631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Ans_score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Ans comment </a:t>
                      </a:r>
                    </a:p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count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Ques_score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View_count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Time_to_answer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4" marR="6314" marT="6314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5281449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5004157</a:t>
                      </a:r>
                    </a:p>
                  </a:txBody>
                  <a:tcPr marL="6314" marR="6314" marT="631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8715748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6815131</a:t>
                      </a:r>
                    </a:p>
                  </a:txBody>
                  <a:tcPr marL="6314" marR="6314" marT="631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231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8490503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2988730</a:t>
                      </a:r>
                    </a:p>
                  </a:txBody>
                  <a:tcPr marL="6314" marR="6314" marT="631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3342617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34397</a:t>
                      </a:r>
                    </a:p>
                  </a:txBody>
                  <a:tcPr marL="6314" marR="6314" marT="631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251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4056843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5645656</a:t>
                      </a:r>
                    </a:p>
                  </a:txBody>
                  <a:tcPr marL="6314" marR="6314" marT="631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338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7197977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10116037</a:t>
                      </a:r>
                    </a:p>
                  </a:txBody>
                  <a:tcPr marL="6314" marR="6314" marT="631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330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0.69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404694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992484</a:t>
                      </a:r>
                    </a:p>
                  </a:txBody>
                  <a:tcPr marL="6314" marR="6314" marT="631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8122668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7176382</a:t>
                      </a:r>
                    </a:p>
                  </a:txBody>
                  <a:tcPr marL="6314" marR="6314" marT="631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1731828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2830167</a:t>
                      </a:r>
                    </a:p>
                  </a:txBody>
                  <a:tcPr marL="6314" marR="6314" marT="631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0.08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8696519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1746118</a:t>
                      </a:r>
                    </a:p>
                  </a:txBody>
                  <a:tcPr marL="6314" marR="6314" marT="631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184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1518917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2970947</a:t>
                      </a:r>
                    </a:p>
                  </a:txBody>
                  <a:tcPr marL="6314" marR="6314" marT="631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312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2817930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20860</a:t>
                      </a:r>
                    </a:p>
                  </a:txBody>
                  <a:tcPr marL="6314" marR="6314" marT="631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378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0.67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0105393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6505250</a:t>
                      </a:r>
                    </a:p>
                  </a:txBody>
                  <a:tcPr marL="6314" marR="6314" marT="631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0.23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9416949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1137174</a:t>
                      </a:r>
                    </a:p>
                  </a:txBody>
                  <a:tcPr marL="6314" marR="6314" marT="631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0.31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6778406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10016342</a:t>
                      </a:r>
                    </a:p>
                  </a:txBody>
                  <a:tcPr marL="6314" marR="6314" marT="631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17.92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4225843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9810793</a:t>
                      </a:r>
                    </a:p>
                  </a:txBody>
                  <a:tcPr marL="6314" marR="6314" marT="631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317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28.07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9847841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4168607</a:t>
                      </a:r>
                    </a:p>
                  </a:txBody>
                  <a:tcPr marL="6314" marR="6314" marT="631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2982197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1746118</a:t>
                      </a:r>
                    </a:p>
                  </a:txBody>
                  <a:tcPr marL="6314" marR="6314" marT="631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258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6842675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10748941</a:t>
                      </a:r>
                    </a:p>
                  </a:txBody>
                  <a:tcPr marL="6314" marR="6314" marT="631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216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30.99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611811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9412981</a:t>
                      </a:r>
                    </a:p>
                  </a:txBody>
                  <a:tcPr marL="6314" marR="6314" marT="631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160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2935536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6530785</a:t>
                      </a:r>
                    </a:p>
                  </a:txBody>
                  <a:tcPr marL="6314" marR="6314" marT="631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780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0.08</a:t>
                      </a:r>
                    </a:p>
                  </a:txBody>
                  <a:tcPr marL="6314" marR="6314" marT="6314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894261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9F48C4A-FC56-44CA-8710-347CF64458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252131"/>
              </p:ext>
            </p:extLst>
          </p:nvPr>
        </p:nvGraphicFramePr>
        <p:xfrm>
          <a:off x="9151257" y="675039"/>
          <a:ext cx="1930400" cy="5038560"/>
        </p:xfrm>
        <a:graphic>
          <a:graphicData uri="http://schemas.openxmlformats.org/drawingml/2006/table">
            <a:tbl>
              <a:tblPr/>
              <a:tblGrid>
                <a:gridCol w="926592">
                  <a:extLst>
                    <a:ext uri="{9D8B030D-6E8A-4147-A177-3AD203B41FA5}">
                      <a16:colId xmlns:a16="http://schemas.microsoft.com/office/drawing/2014/main" val="1947694027"/>
                    </a:ext>
                  </a:extLst>
                </a:gridCol>
                <a:gridCol w="1003808">
                  <a:extLst>
                    <a:ext uri="{9D8B030D-6E8A-4147-A177-3AD203B41FA5}">
                      <a16:colId xmlns:a16="http://schemas.microsoft.com/office/drawing/2014/main" val="1141488403"/>
                    </a:ext>
                  </a:extLst>
                </a:gridCol>
              </a:tblGrid>
              <a:tr h="2799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Pagerank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7274193"/>
                  </a:ext>
                </a:extLst>
              </a:tr>
              <a:tr h="2799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5772882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0.00500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33152"/>
                  </a:ext>
                </a:extLst>
              </a:tr>
              <a:tr h="2799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5221149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0.00413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8288958"/>
                  </a:ext>
                </a:extLst>
              </a:tr>
              <a:tr h="2799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2711488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0.00352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0275685"/>
                  </a:ext>
                </a:extLst>
              </a:tr>
              <a:tr h="2799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10819573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0.00317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807005"/>
                  </a:ext>
                </a:extLst>
              </a:tr>
              <a:tr h="2799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3788176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0.00314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048052"/>
                  </a:ext>
                </a:extLst>
              </a:tr>
              <a:tr h="2799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5133585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0.00314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8905009"/>
                  </a:ext>
                </a:extLst>
              </a:tr>
              <a:tr h="2799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139985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0.00296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0709487"/>
                  </a:ext>
                </a:extLst>
              </a:tr>
              <a:tr h="2799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1221571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0.00284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8861473"/>
                  </a:ext>
                </a:extLst>
              </a:tr>
              <a:tr h="2799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1240763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0.00229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17647"/>
                  </a:ext>
                </a:extLst>
              </a:tr>
              <a:tr h="2799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51591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0.00225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5489888"/>
                  </a:ext>
                </a:extLst>
              </a:tr>
              <a:tr h="2799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5246885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0.00218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1336558"/>
                  </a:ext>
                </a:extLst>
              </a:tr>
              <a:tr h="2799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3832970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0.00208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414725"/>
                  </a:ext>
                </a:extLst>
              </a:tr>
              <a:tr h="2799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131872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0.00200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1764893"/>
                  </a:ext>
                </a:extLst>
              </a:tr>
              <a:tr h="2799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1602555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0.00195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5173223"/>
                  </a:ext>
                </a:extLst>
              </a:tr>
              <a:tr h="2799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1531124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0.00183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9499612"/>
                  </a:ext>
                </a:extLst>
              </a:tr>
              <a:tr h="2799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25122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0.00171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2296216"/>
                  </a:ext>
                </a:extLst>
              </a:tr>
              <a:tr h="2799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1746118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0.00168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9408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4491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5907</TotalTime>
  <Words>245</Words>
  <Application>Microsoft Office PowerPoint</Application>
  <PresentationFormat>Widescreen</PresentationFormat>
  <Paragraphs>178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MS Project Weekly Report (April 20 – 26, 2021)</vt:lpstr>
      <vt:lpstr>ClusterGCN implementations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Independent Study Weekly Report (July 27-31, 2020)</dc:title>
  <dc:creator>Ahuti Shrestha</dc:creator>
  <cp:lastModifiedBy>Ahuti Shrestha</cp:lastModifiedBy>
  <cp:revision>107</cp:revision>
  <dcterms:created xsi:type="dcterms:W3CDTF">2020-07-31T22:36:01Z</dcterms:created>
  <dcterms:modified xsi:type="dcterms:W3CDTF">2021-04-27T19:39:16Z</dcterms:modified>
</cp:coreProperties>
</file>