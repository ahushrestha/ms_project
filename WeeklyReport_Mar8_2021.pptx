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3/6/2021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(Feb 8 - 12,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/>
          <a:lstStyle/>
          <a:p>
            <a:r>
              <a:rPr lang="en-US" b="1" dirty="0"/>
              <a:t>Ahuti Shrestha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Overflow Data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79715" y="1798523"/>
            <a:ext cx="9884229" cy="456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Node Betweenness Centrality computation using Neo4j</a:t>
            </a:r>
          </a:p>
          <a:p>
            <a:pPr lvl="1"/>
            <a:r>
              <a:rPr lang="en-US" sz="2800" dirty="0"/>
              <a:t>It worked well on sample data. Now working on the whole data set.</a:t>
            </a:r>
          </a:p>
          <a:p>
            <a:r>
              <a:rPr lang="en-US" sz="3600" dirty="0"/>
              <a:t>Still facing issues to import python packages in server.</a:t>
            </a:r>
          </a:p>
          <a:p>
            <a:pPr lvl="1"/>
            <a:r>
              <a:rPr lang="en-US" sz="3200" i="1" dirty="0"/>
              <a:t>pip list </a:t>
            </a:r>
            <a:r>
              <a:rPr lang="en-US" sz="3200" dirty="0"/>
              <a:t>shows the list of required python packages, but while importing those packages, its still showing ‘</a:t>
            </a:r>
            <a:r>
              <a:rPr lang="en-US" sz="3200" i="1" dirty="0"/>
              <a:t>No module found</a:t>
            </a:r>
            <a:r>
              <a:rPr lang="en-US" sz="3200" dirty="0"/>
              <a:t>’ error message</a:t>
            </a:r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3168</TotalTime>
  <Words>75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MS Project Weekly Report (Feb 8 - 12, 2021)</vt:lpstr>
      <vt:lpstr>Stack Overflow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55</cp:revision>
  <dcterms:created xsi:type="dcterms:W3CDTF">2020-07-31T22:36:01Z</dcterms:created>
  <dcterms:modified xsi:type="dcterms:W3CDTF">2021-03-08T04:12:29Z</dcterms:modified>
</cp:coreProperties>
</file>