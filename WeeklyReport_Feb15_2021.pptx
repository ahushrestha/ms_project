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9" r:id="rId3"/>
    <p:sldId id="27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928B-EA86-4F83-A422-463C00E5D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B1CA3-684D-496B-80E5-9C48774A6F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C487-7970-4374-90BD-D54F3D69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91021-5153-4895-B855-31D81361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825A1-D391-41E4-A1AD-7A768F7F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4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6BD7-FCEE-4B4B-8DED-EACC66A5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0DDE3-72FF-4436-AAB7-B5448BE57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F7A3-4CE4-44DB-99F3-22150B94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1BB91-CFFB-49E0-A4BA-082C3185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0F265-B469-45D6-BED0-6D6EE5B4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4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7E6C-EA32-45C8-8A82-CE6CB7AC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F935-6ADF-4141-AC10-299811F1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E2744-0C02-45F8-8246-443A60F81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FCBBE-9E19-459F-9351-A7549E07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7A103-CAD2-4153-80C3-07DC48F23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52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954E-FEAD-4032-BBC5-5A5D73A5F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D343E-932B-495A-9206-0860DCDAEC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DF728-C9C1-43C6-9D02-6FEAECAB0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D60BB-DA4C-418A-B33E-D70314B6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2A538-1628-4F3B-9539-23419B4A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A0D3A-AF84-4737-828D-6244DD60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B0E6-3A13-46FA-938F-AEA61FA2F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EE8F7-AB12-4C97-B828-D67B546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7D4CA-5063-429C-877E-BEEDC38F1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D12FB-A75B-4C5B-9F99-C9EABCC14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941773-B0FF-4438-B9C3-BDEB5D62D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026CBC-C058-453C-9909-EDB2DC5A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5B14CE-D133-4F69-A534-927655DE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B7C4CF-A0E5-43B6-BF60-387716D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97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A0C6-DFC7-495A-B523-2B804CDA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6CE13A-6785-4C57-B1CF-93EE41F1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96095-A604-40DE-B83D-784049C7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07E18-01A5-49DD-985A-27AF315C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4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0145AD-1D18-4BE7-9071-F33490A0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D5433-6BD5-4A51-BB9A-EFA0ADDB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F92F3-6636-45DF-96CC-DC1E3ACFE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0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1C90-D392-435A-A2A2-7A8FC4CF5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0F0B-C98D-40ED-8781-B7472B7B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A465C-D472-4CE4-8601-C1E0204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1766C-D0C5-4E0C-92AD-1BC00DD90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1A91-4FB4-43CC-A851-12D13C0C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06B66-8C22-4368-A8BA-B786C65F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57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E8F84-40DA-42FA-A3D0-8CA86364D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F2FFE-C49A-437B-AED8-CBA0AA156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56B7-E4EE-42B6-B79B-8791081A4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7937E-CA33-4B80-AAF0-7BE99194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0EB8-A123-4BD5-80FE-F623EFBA0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F3429-960E-477D-89E3-2A8CEB29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6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77D0-AEAD-47F2-896A-3821B782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5F58C-433A-4FD0-B395-6A120D15B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9538A-763A-497C-A07F-0CE77F19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3D750-1CA7-433A-A9EF-5CE9A772E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75D6-5F82-4E5B-9C49-59B4C66B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1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FB5D1-0AF7-490E-BDB5-2BD93A7B3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2A8ED-52FB-447D-81FF-B743649BF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FD98-41B7-43EF-B8C1-B11885D1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C78BA-A47C-4641-8DC4-ABE4FEB7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F6787-141A-4436-A607-AD050BC3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0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DB824-25C0-4C06-8731-2E3FC1AF6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60246-50D7-4C32-A885-4A68014EE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6BEE4-8A34-458E-B072-3482AF621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69FE7-7A39-4AAB-ADF0-457ABD3FB5E3}" type="datetimeFigureOut">
              <a:rPr lang="en-US" smtClean="0"/>
              <a:t>2/15/2021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3080-9438-4E19-B431-3422ADBAF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67BE-6CA5-4ECB-9D89-49D9CA8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7CD19-C783-4FFD-AAA9-A79B438B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16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09BC-9621-4EE9-AFC1-63F9869D1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687637"/>
          </a:xfrm>
        </p:spPr>
        <p:txBody>
          <a:bodyPr>
            <a:normAutofit/>
          </a:bodyPr>
          <a:lstStyle/>
          <a:p>
            <a:r>
              <a:rPr lang="en-US" b="1" dirty="0"/>
              <a:t>MS Project</a:t>
            </a:r>
            <a:br>
              <a:rPr lang="en-US" b="1" dirty="0"/>
            </a:br>
            <a:r>
              <a:rPr lang="en-US" sz="4000" b="1" dirty="0"/>
              <a:t>Weekly Report (Feb 8 - 12, 2021)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477B-3CB2-4A2A-889C-25E5F099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0381"/>
            <a:ext cx="9144000" cy="697819"/>
          </a:xfrm>
        </p:spPr>
        <p:txBody>
          <a:bodyPr/>
          <a:lstStyle/>
          <a:p>
            <a:r>
              <a:rPr lang="en-US" b="1" dirty="0"/>
              <a:t>Ahuti Shrestha</a:t>
            </a:r>
          </a:p>
        </p:txBody>
      </p:sp>
    </p:spTree>
    <p:extLst>
      <p:ext uri="{BB962C8B-B14F-4D97-AF65-F5344CB8AC3E}">
        <p14:creationId xmlns:p14="http://schemas.microsoft.com/office/powerpoint/2010/main" val="1690602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536E-A559-4A95-9222-F7FD2C924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237"/>
          </a:xfrm>
        </p:spPr>
        <p:txBody>
          <a:bodyPr/>
          <a:lstStyle/>
          <a:p>
            <a:r>
              <a:rPr lang="en-US" b="1" dirty="0"/>
              <a:t>Stack Overflow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0C40-2720-4AFA-9E28-1E0ACFA4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362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Parsed the original </a:t>
            </a:r>
            <a:r>
              <a:rPr lang="en-US" sz="2800" dirty="0">
                <a:ea typeface="Calibri" panose="020F0502020204030204" pitchFamily="34" charset="0"/>
                <a:cs typeface="Calibri" panose="020F0502020204030204" pitchFamily="34" charset="0"/>
              </a:rPr>
              <a:t>Stack Overflow Data Set (Posts.xml) and extracted additional information as follows:</a:t>
            </a:r>
          </a:p>
          <a:p>
            <a:r>
              <a:rPr lang="en-US" dirty="0"/>
              <a:t>Answer post:</a:t>
            </a:r>
          </a:p>
          <a:p>
            <a:pPr lvl="1"/>
            <a:r>
              <a:rPr lang="en-US" dirty="0" err="1"/>
              <a:t>CreationDate</a:t>
            </a:r>
            <a:endParaRPr lang="en-US" dirty="0"/>
          </a:p>
          <a:p>
            <a:pPr lvl="1"/>
            <a:r>
              <a:rPr lang="en-US" dirty="0"/>
              <a:t>Score</a:t>
            </a:r>
          </a:p>
          <a:p>
            <a:pPr lvl="1"/>
            <a:r>
              <a:rPr lang="en-US" dirty="0" err="1"/>
              <a:t>CommentCount</a:t>
            </a:r>
            <a:endParaRPr lang="en-US" dirty="0"/>
          </a:p>
          <a:p>
            <a:r>
              <a:rPr lang="en-US" dirty="0"/>
              <a:t>Question post:</a:t>
            </a:r>
          </a:p>
          <a:p>
            <a:pPr lvl="1"/>
            <a:r>
              <a:rPr lang="en-US" dirty="0" err="1"/>
              <a:t>CreationDate</a:t>
            </a:r>
            <a:endParaRPr lang="en-US" dirty="0"/>
          </a:p>
          <a:p>
            <a:pPr lvl="1"/>
            <a:r>
              <a:rPr lang="en-US" dirty="0"/>
              <a:t>Score</a:t>
            </a:r>
          </a:p>
          <a:p>
            <a:pPr lvl="1"/>
            <a:r>
              <a:rPr lang="en-US" dirty="0" err="1"/>
              <a:t>AnswerCount</a:t>
            </a:r>
            <a:endParaRPr lang="en-US" dirty="0"/>
          </a:p>
          <a:p>
            <a:pPr lvl="1"/>
            <a:r>
              <a:rPr lang="en-US" dirty="0" err="1"/>
              <a:t>CommentCount</a:t>
            </a:r>
            <a:endParaRPr lang="en-US" dirty="0"/>
          </a:p>
          <a:p>
            <a:pPr lvl="1"/>
            <a:r>
              <a:rPr lang="en-US" dirty="0" err="1"/>
              <a:t>FavoriteCount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69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F302D-6386-40A5-B9E3-C355897BA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 Overflow Data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2F6610-8C0D-435B-924E-D4D49892EA62}"/>
              </a:ext>
            </a:extLst>
          </p:cNvPr>
          <p:cNvSpPr txBox="1">
            <a:spLocks/>
          </p:cNvSpPr>
          <p:nvPr/>
        </p:nvSpPr>
        <p:spPr>
          <a:xfrm>
            <a:off x="979715" y="1798523"/>
            <a:ext cx="9884229" cy="456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Used Neo4j to store data</a:t>
            </a:r>
          </a:p>
          <a:p>
            <a:r>
              <a:rPr lang="en-US" sz="3200" dirty="0"/>
              <a:t>Still working on Node Betweenness Centrality computation</a:t>
            </a:r>
          </a:p>
          <a:p>
            <a:pPr lvl="1"/>
            <a:r>
              <a:rPr lang="en-US" sz="2800" dirty="0"/>
              <a:t> Tried </a:t>
            </a:r>
            <a:r>
              <a:rPr lang="en-US" sz="2800" dirty="0" err="1"/>
              <a:t>NetworkX</a:t>
            </a:r>
            <a:r>
              <a:rPr lang="en-US" sz="2800" dirty="0"/>
              <a:t> to compute Node Betweenness Centrality in server but unable to import/install </a:t>
            </a:r>
            <a:r>
              <a:rPr lang="en-US" sz="2800" dirty="0" err="1"/>
              <a:t>NetworkX</a:t>
            </a:r>
            <a:r>
              <a:rPr lang="en-US" sz="2800" dirty="0"/>
              <a:t> module in python. </a:t>
            </a:r>
          </a:p>
          <a:p>
            <a:pPr lvl="1"/>
            <a:r>
              <a:rPr lang="en-US" sz="2800" dirty="0"/>
              <a:t>Working on Neo4j’s Betweenness Centrality algorithm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167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1620</TotalTime>
  <Words>93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MS Project Weekly Report (Feb 8 - 12, 2021)</vt:lpstr>
      <vt:lpstr>Stack Overflow Data</vt:lpstr>
      <vt:lpstr>Stack Overflow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Weekly Report (July 27-31, 2020)</dc:title>
  <dc:creator>Ahuti Shrestha</dc:creator>
  <cp:lastModifiedBy>Ahuti Shrestha</cp:lastModifiedBy>
  <cp:revision>53</cp:revision>
  <dcterms:created xsi:type="dcterms:W3CDTF">2020-07-31T22:36:01Z</dcterms:created>
  <dcterms:modified xsi:type="dcterms:W3CDTF">2021-02-15T15:28:38Z</dcterms:modified>
</cp:coreProperties>
</file>